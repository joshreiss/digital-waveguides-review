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68" r:id="rId2"/>
    <p:sldId id="369" r:id="rId3"/>
    <p:sldId id="367" r:id="rId4"/>
    <p:sldId id="258" r:id="rId5"/>
    <p:sldId id="259" r:id="rId6"/>
    <p:sldId id="364" r:id="rId7"/>
    <p:sldId id="365" r:id="rId8"/>
    <p:sldId id="366" r:id="rId9"/>
    <p:sldId id="355" r:id="rId10"/>
    <p:sldId id="356" r:id="rId11"/>
    <p:sldId id="363" r:id="rId12"/>
    <p:sldId id="272" r:id="rId13"/>
    <p:sldId id="278" r:id="rId14"/>
    <p:sldId id="273" r:id="rId15"/>
    <p:sldId id="311" r:id="rId16"/>
    <p:sldId id="305" r:id="rId17"/>
    <p:sldId id="3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9F2A7-2F06-4ED9-9AF7-B481FA687F18}" v="12" dt="2026-02-27T20:25:16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6381" autoAdjust="0"/>
  </p:normalViewPr>
  <p:slideViewPr>
    <p:cSldViewPr snapToGrid="0">
      <p:cViewPr varScale="1">
        <p:scale>
          <a:sx n="95" d="100"/>
          <a:sy n="95" d="100"/>
        </p:scale>
        <p:origin x="45" y="52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400" d="100"/>
        <a:sy n="400" d="100"/>
      </p:scale>
      <p:origin x="0" y="-93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.xml"/><Relationship Id="rId1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71f87c30-4769-4a42-a082-a6a82298c8cb" providerId="ADAL" clId="{807DF37C-79DE-476F-BD54-E80C59AAF8FB}"/>
    <pc:docChg chg="custSel addSld modSld">
      <pc:chgData name="Josh Reiss" userId="71f87c30-4769-4a42-a082-a6a82298c8cb" providerId="ADAL" clId="{807DF37C-79DE-476F-BD54-E80C59AAF8FB}" dt="2026-02-27T20:28:04.950" v="373" actId="114"/>
      <pc:docMkLst>
        <pc:docMk/>
      </pc:docMkLst>
      <pc:sldChg chg="addSp delSp modSp mod modNotesTx">
        <pc:chgData name="Josh Reiss" userId="71f87c30-4769-4a42-a082-a6a82298c8cb" providerId="ADAL" clId="{807DF37C-79DE-476F-BD54-E80C59AAF8FB}" dt="2026-02-27T20:28:04.950" v="373" actId="114"/>
        <pc:sldMkLst>
          <pc:docMk/>
          <pc:sldMk cId="1293024889" sldId="368"/>
        </pc:sldMkLst>
        <pc:spChg chg="add mod">
          <ac:chgData name="Josh Reiss" userId="71f87c30-4769-4a42-a082-a6a82298c8cb" providerId="ADAL" clId="{807DF37C-79DE-476F-BD54-E80C59AAF8FB}" dt="2026-02-27T20:15:18.710" v="246" actId="1036"/>
          <ac:spMkLst>
            <pc:docMk/>
            <pc:sldMk cId="1293024889" sldId="368"/>
            <ac:spMk id="2" creationId="{100CEB02-631A-3799-F6E0-112C6A9EF93F}"/>
          </ac:spMkLst>
        </pc:spChg>
        <pc:spChg chg="add mod">
          <ac:chgData name="Josh Reiss" userId="71f87c30-4769-4a42-a082-a6a82298c8cb" providerId="ADAL" clId="{807DF37C-79DE-476F-BD54-E80C59AAF8FB}" dt="2026-02-27T20:15:18.710" v="246" actId="1036"/>
          <ac:spMkLst>
            <pc:docMk/>
            <pc:sldMk cId="1293024889" sldId="368"/>
            <ac:spMk id="3" creationId="{CD8891DF-0342-6FE8-55AF-EF7F8097A065}"/>
          </ac:spMkLst>
        </pc:spChg>
        <pc:spChg chg="mod">
          <ac:chgData name="Josh Reiss" userId="71f87c30-4769-4a42-a082-a6a82298c8cb" providerId="ADAL" clId="{807DF37C-79DE-476F-BD54-E80C59AAF8FB}" dt="2026-02-27T20:15:07.100" v="204" actId="27636"/>
          <ac:spMkLst>
            <pc:docMk/>
            <pc:sldMk cId="1293024889" sldId="368"/>
            <ac:spMk id="4" creationId="{22B0266F-5591-1A35-A92C-35930DC0C2BA}"/>
          </ac:spMkLst>
        </pc:spChg>
        <pc:spChg chg="mod">
          <ac:chgData name="Josh Reiss" userId="71f87c30-4769-4a42-a082-a6a82298c8cb" providerId="ADAL" clId="{807DF37C-79DE-476F-BD54-E80C59AAF8FB}" dt="2026-02-27T20:15:18.710" v="246" actId="1036"/>
          <ac:spMkLst>
            <pc:docMk/>
            <pc:sldMk cId="1293024889" sldId="368"/>
            <ac:spMk id="6" creationId="{69A28950-484A-6121-6EFF-21555AC6BAF8}"/>
          </ac:spMkLst>
        </pc:spChg>
        <pc:spChg chg="mod">
          <ac:chgData name="Josh Reiss" userId="71f87c30-4769-4a42-a082-a6a82298c8cb" providerId="ADAL" clId="{807DF37C-79DE-476F-BD54-E80C59AAF8FB}" dt="2026-02-27T20:15:18.710" v="246" actId="1036"/>
          <ac:spMkLst>
            <pc:docMk/>
            <pc:sldMk cId="1293024889" sldId="368"/>
            <ac:spMk id="7" creationId="{4035360A-93A2-65DC-663C-C1E677795E9A}"/>
          </ac:spMkLst>
        </pc:spChg>
        <pc:spChg chg="mod">
          <ac:chgData name="Josh Reiss" userId="71f87c30-4769-4a42-a082-a6a82298c8cb" providerId="ADAL" clId="{807DF37C-79DE-476F-BD54-E80C59AAF8FB}" dt="2026-02-27T20:15:18.710" v="246" actId="1036"/>
          <ac:spMkLst>
            <pc:docMk/>
            <pc:sldMk cId="1293024889" sldId="368"/>
            <ac:spMk id="18" creationId="{0A430868-9414-991D-9968-0A5480F695C5}"/>
          </ac:spMkLst>
        </pc:spChg>
        <pc:spChg chg="mod">
          <ac:chgData name="Josh Reiss" userId="71f87c30-4769-4a42-a082-a6a82298c8cb" providerId="ADAL" clId="{807DF37C-79DE-476F-BD54-E80C59AAF8FB}" dt="2026-02-27T20:15:18.710" v="246" actId="1036"/>
          <ac:spMkLst>
            <pc:docMk/>
            <pc:sldMk cId="1293024889" sldId="368"/>
            <ac:spMk id="19" creationId="{CF6BDC19-07F9-97DD-DC5B-594700C6B1C0}"/>
          </ac:spMkLst>
        </pc:spChg>
        <pc:spChg chg="mod">
          <ac:chgData name="Josh Reiss" userId="71f87c30-4769-4a42-a082-a6a82298c8cb" providerId="ADAL" clId="{807DF37C-79DE-476F-BD54-E80C59AAF8FB}" dt="2026-02-27T20:15:18.710" v="246" actId="1036"/>
          <ac:spMkLst>
            <pc:docMk/>
            <pc:sldMk cId="1293024889" sldId="368"/>
            <ac:spMk id="22" creationId="{8CF37C9F-CA85-D694-C2A0-2FCB927EBEDB}"/>
          </ac:spMkLst>
        </pc:spChg>
        <pc:spChg chg="mod">
          <ac:chgData name="Josh Reiss" userId="71f87c30-4769-4a42-a082-a6a82298c8cb" providerId="ADAL" clId="{807DF37C-79DE-476F-BD54-E80C59AAF8FB}" dt="2026-02-27T20:20:15.379" v="286" actId="20577"/>
          <ac:spMkLst>
            <pc:docMk/>
            <pc:sldMk cId="1293024889" sldId="368"/>
            <ac:spMk id="23" creationId="{04DB7D8B-094F-BA7E-4025-43970FA1F22F}"/>
          </ac:spMkLst>
        </pc:spChg>
        <pc:spChg chg="del mod">
          <ac:chgData name="Josh Reiss" userId="71f87c30-4769-4a42-a082-a6a82298c8cb" providerId="ADAL" clId="{807DF37C-79DE-476F-BD54-E80C59AAF8FB}" dt="2026-02-27T20:21:58.572" v="305" actId="21"/>
          <ac:spMkLst>
            <pc:docMk/>
            <pc:sldMk cId="1293024889" sldId="368"/>
            <ac:spMk id="24" creationId="{D9E0928B-17B4-908A-2513-7E0B5086D4FC}"/>
          </ac:spMkLst>
        </pc:spChg>
        <pc:spChg chg="mod">
          <ac:chgData name="Josh Reiss" userId="71f87c30-4769-4a42-a082-a6a82298c8cb" providerId="ADAL" clId="{807DF37C-79DE-476F-BD54-E80C59AAF8FB}" dt="2026-02-27T20:24:49.346" v="354" actId="1035"/>
          <ac:spMkLst>
            <pc:docMk/>
            <pc:sldMk cId="1293024889" sldId="368"/>
            <ac:spMk id="25" creationId="{C12C83DC-DEED-3202-2CE2-ED5FBD26D9A3}"/>
          </ac:spMkLst>
        </pc:spChg>
        <pc:spChg chg="add mod">
          <ac:chgData name="Josh Reiss" userId="71f87c30-4769-4a42-a082-a6a82298c8cb" providerId="ADAL" clId="{807DF37C-79DE-476F-BD54-E80C59AAF8FB}" dt="2026-02-27T20:28:04.950" v="373" actId="114"/>
          <ac:spMkLst>
            <pc:docMk/>
            <pc:sldMk cId="1293024889" sldId="368"/>
            <ac:spMk id="28" creationId="{93722E25-CE8C-08FC-7D19-5FDAD800316F}"/>
          </ac:spMkLst>
        </pc:spChg>
        <pc:spChg chg="mod">
          <ac:chgData name="Josh Reiss" userId="71f87c30-4769-4a42-a082-a6a82298c8cb" providerId="ADAL" clId="{807DF37C-79DE-476F-BD54-E80C59AAF8FB}" dt="2026-02-27T20:15:18.710" v="246" actId="1036"/>
          <ac:spMkLst>
            <pc:docMk/>
            <pc:sldMk cId="1293024889" sldId="368"/>
            <ac:spMk id="29" creationId="{E70AF4C3-315A-5E5A-9CF3-414B306A52D0}"/>
          </ac:spMkLst>
        </pc:spChg>
        <pc:spChg chg="add mod">
          <ac:chgData name="Josh Reiss" userId="71f87c30-4769-4a42-a082-a6a82298c8cb" providerId="ADAL" clId="{807DF37C-79DE-476F-BD54-E80C59AAF8FB}" dt="2026-02-27T20:28:04.950" v="373" actId="114"/>
          <ac:spMkLst>
            <pc:docMk/>
            <pc:sldMk cId="1293024889" sldId="368"/>
            <ac:spMk id="30" creationId="{A8DD9C8E-D3EB-C89C-7CD0-22E6AF5EC0D7}"/>
          </ac:spMkLst>
        </pc:spChg>
        <pc:spChg chg="add mod">
          <ac:chgData name="Josh Reiss" userId="71f87c30-4769-4a42-a082-a6a82298c8cb" providerId="ADAL" clId="{807DF37C-79DE-476F-BD54-E80C59AAF8FB}" dt="2026-02-27T20:24:49.346" v="354" actId="1035"/>
          <ac:spMkLst>
            <pc:docMk/>
            <pc:sldMk cId="1293024889" sldId="368"/>
            <ac:spMk id="32" creationId="{D9E0928B-17B4-908A-2513-7E0B5086D4FC}"/>
          </ac:spMkLst>
        </pc:spChg>
        <pc:cxnChg chg="add mod">
          <ac:chgData name="Josh Reiss" userId="71f87c30-4769-4a42-a082-a6a82298c8cb" providerId="ADAL" clId="{807DF37C-79DE-476F-BD54-E80C59AAF8FB}" dt="2026-02-27T20:12:50.341" v="173" actId="1076"/>
          <ac:cxnSpMkLst>
            <pc:docMk/>
            <pc:sldMk cId="1293024889" sldId="368"/>
            <ac:cxnSpMk id="5" creationId="{99943160-07A4-74EA-7365-FD43EAC0D3AB}"/>
          </ac:cxnSpMkLst>
        </pc:cxnChg>
        <pc:cxnChg chg="add mod">
          <ac:chgData name="Josh Reiss" userId="71f87c30-4769-4a42-a082-a6a82298c8cb" providerId="ADAL" clId="{807DF37C-79DE-476F-BD54-E80C59AAF8FB}" dt="2026-02-27T20:13:58.365" v="196" actId="14100"/>
          <ac:cxnSpMkLst>
            <pc:docMk/>
            <pc:sldMk cId="1293024889" sldId="368"/>
            <ac:cxnSpMk id="10" creationId="{95199996-88DC-04E6-DBA4-CA4048D1E75B}"/>
          </ac:cxnSpMkLst>
        </pc:cxnChg>
        <pc:cxnChg chg="mod">
          <ac:chgData name="Josh Reiss" userId="71f87c30-4769-4a42-a082-a6a82298c8cb" providerId="ADAL" clId="{807DF37C-79DE-476F-BD54-E80C59AAF8FB}" dt="2026-02-27T20:12:31.537" v="171" actId="1036"/>
          <ac:cxnSpMkLst>
            <pc:docMk/>
            <pc:sldMk cId="1293024889" sldId="368"/>
            <ac:cxnSpMk id="11" creationId="{9EC5EBA0-06D2-05F5-C6ED-8835CA25D765}"/>
          </ac:cxnSpMkLst>
        </pc:cxnChg>
        <pc:cxnChg chg="mod">
          <ac:chgData name="Josh Reiss" userId="71f87c30-4769-4a42-a082-a6a82298c8cb" providerId="ADAL" clId="{807DF37C-79DE-476F-BD54-E80C59AAF8FB}" dt="2026-02-27T20:13:47.126" v="193" actId="14100"/>
          <ac:cxnSpMkLst>
            <pc:docMk/>
            <pc:sldMk cId="1293024889" sldId="368"/>
            <ac:cxnSpMk id="12" creationId="{4535F33C-BA79-4AA7-4CBB-C62C61B36D71}"/>
          </ac:cxnSpMkLst>
        </pc:cxnChg>
        <pc:cxnChg chg="add mod">
          <ac:chgData name="Josh Reiss" userId="71f87c30-4769-4a42-a082-a6a82298c8cb" providerId="ADAL" clId="{807DF37C-79DE-476F-BD54-E80C59AAF8FB}" dt="2026-02-27T20:14:50.087" v="202" actId="692"/>
          <ac:cxnSpMkLst>
            <pc:docMk/>
            <pc:sldMk cId="1293024889" sldId="368"/>
            <ac:cxnSpMk id="15" creationId="{F889ADE6-65E6-4C16-1088-9B8ADF7FD15A}"/>
          </ac:cxnSpMkLst>
        </pc:cxnChg>
        <pc:cxnChg chg="mod">
          <ac:chgData name="Josh Reiss" userId="71f87c30-4769-4a42-a082-a6a82298c8cb" providerId="ADAL" clId="{807DF37C-79DE-476F-BD54-E80C59AAF8FB}" dt="2026-02-27T20:12:31.537" v="171" actId="1036"/>
          <ac:cxnSpMkLst>
            <pc:docMk/>
            <pc:sldMk cId="1293024889" sldId="368"/>
            <ac:cxnSpMk id="20" creationId="{80C88542-6CC0-0F02-885C-417AEAB295DC}"/>
          </ac:cxnSpMkLst>
        </pc:cxnChg>
        <pc:cxnChg chg="mod">
          <ac:chgData name="Josh Reiss" userId="71f87c30-4769-4a42-a082-a6a82298c8cb" providerId="ADAL" clId="{807DF37C-79DE-476F-BD54-E80C59AAF8FB}" dt="2026-02-27T20:13:47.126" v="193" actId="14100"/>
          <ac:cxnSpMkLst>
            <pc:docMk/>
            <pc:sldMk cId="1293024889" sldId="368"/>
            <ac:cxnSpMk id="21" creationId="{705EE974-199C-8046-42FE-43392F5558B8}"/>
          </ac:cxnSpMkLst>
        </pc:cxnChg>
        <pc:cxnChg chg="add mod">
          <ac:chgData name="Josh Reiss" userId="71f87c30-4769-4a42-a082-a6a82298c8cb" providerId="ADAL" clId="{807DF37C-79DE-476F-BD54-E80C59AAF8FB}" dt="2026-02-27T20:24:49.346" v="354" actId="1035"/>
          <ac:cxnSpMkLst>
            <pc:docMk/>
            <pc:sldMk cId="1293024889" sldId="368"/>
            <ac:cxnSpMk id="31" creationId="{39DD345E-A6DF-A3B2-9A78-70B05EF3F496}"/>
          </ac:cxnSpMkLst>
        </pc:cxnChg>
        <pc:cxnChg chg="mod">
          <ac:chgData name="Josh Reiss" userId="71f87c30-4769-4a42-a082-a6a82298c8cb" providerId="ADAL" clId="{807DF37C-79DE-476F-BD54-E80C59AAF8FB}" dt="2026-02-27T20:21:58.572" v="305" actId="21"/>
          <ac:cxnSpMkLst>
            <pc:docMk/>
            <pc:sldMk cId="1293024889" sldId="368"/>
            <ac:cxnSpMk id="34" creationId="{34526BE1-6C35-67CF-56C8-49AEBD5019E1}"/>
          </ac:cxnSpMkLst>
        </pc:cxnChg>
        <pc:cxnChg chg="mod">
          <ac:chgData name="Josh Reiss" userId="71f87c30-4769-4a42-a082-a6a82298c8cb" providerId="ADAL" clId="{807DF37C-79DE-476F-BD54-E80C59AAF8FB}" dt="2026-02-27T20:13:41.181" v="192" actId="1076"/>
          <ac:cxnSpMkLst>
            <pc:docMk/>
            <pc:sldMk cId="1293024889" sldId="368"/>
            <ac:cxnSpMk id="37" creationId="{319CFE43-885E-65A1-EAF2-F9E2174F6347}"/>
          </ac:cxnSpMkLst>
        </pc:cxnChg>
        <pc:cxnChg chg="del mod">
          <ac:chgData name="Josh Reiss" userId="71f87c30-4769-4a42-a082-a6a82298c8cb" providerId="ADAL" clId="{807DF37C-79DE-476F-BD54-E80C59AAF8FB}" dt="2026-02-27T20:21:39.540" v="302" actId="21"/>
          <ac:cxnSpMkLst>
            <pc:docMk/>
            <pc:sldMk cId="1293024889" sldId="368"/>
            <ac:cxnSpMk id="40" creationId="{39DD345E-A6DF-A3B2-9A78-70B05EF3F496}"/>
          </ac:cxnSpMkLst>
        </pc:cxnChg>
        <pc:cxnChg chg="mod">
          <ac:chgData name="Josh Reiss" userId="71f87c30-4769-4a42-a082-a6a82298c8cb" providerId="ADAL" clId="{807DF37C-79DE-476F-BD54-E80C59AAF8FB}" dt="2026-02-27T20:24:49.346" v="354" actId="1035"/>
          <ac:cxnSpMkLst>
            <pc:docMk/>
            <pc:sldMk cId="1293024889" sldId="368"/>
            <ac:cxnSpMk id="43" creationId="{A9FDF847-8C80-3764-F495-1EA03F158F83}"/>
          </ac:cxnSpMkLst>
        </pc:cxnChg>
        <pc:cxnChg chg="add mod">
          <ac:chgData name="Josh Reiss" userId="71f87c30-4769-4a42-a082-a6a82298c8cb" providerId="ADAL" clId="{807DF37C-79DE-476F-BD54-E80C59AAF8FB}" dt="2026-02-27T20:26:36.125" v="370" actId="692"/>
          <ac:cxnSpMkLst>
            <pc:docMk/>
            <pc:sldMk cId="1293024889" sldId="368"/>
            <ac:cxnSpMk id="45" creationId="{5EC52057-8907-823C-1AB0-4ABC6BC3D0C3}"/>
          </ac:cxnSpMkLst>
        </pc:cxnChg>
        <pc:cxnChg chg="mod">
          <ac:chgData name="Josh Reiss" userId="71f87c30-4769-4a42-a082-a6a82298c8cb" providerId="ADAL" clId="{807DF37C-79DE-476F-BD54-E80C59AAF8FB}" dt="2026-02-27T20:27:33.848" v="372" actId="14100"/>
          <ac:cxnSpMkLst>
            <pc:docMk/>
            <pc:sldMk cId="1293024889" sldId="368"/>
            <ac:cxnSpMk id="46" creationId="{E16FAEAC-E7D1-5E83-B0E9-E4772F4C84CA}"/>
          </ac:cxnSpMkLst>
        </pc:cxnChg>
        <pc:cxnChg chg="add mod">
          <ac:chgData name="Josh Reiss" userId="71f87c30-4769-4a42-a082-a6a82298c8cb" providerId="ADAL" clId="{807DF37C-79DE-476F-BD54-E80C59AAF8FB}" dt="2026-02-27T20:26:43.676" v="371" actId="14100"/>
          <ac:cxnSpMkLst>
            <pc:docMk/>
            <pc:sldMk cId="1293024889" sldId="368"/>
            <ac:cxnSpMk id="49" creationId="{C21905E5-2897-E164-D968-673BD7372C61}"/>
          </ac:cxnSpMkLst>
        </pc:cxnChg>
      </pc:sldChg>
      <pc:sldChg chg="add">
        <pc:chgData name="Josh Reiss" userId="71f87c30-4769-4a42-a082-a6a82298c8cb" providerId="ADAL" clId="{807DF37C-79DE-476F-BD54-E80C59AAF8FB}" dt="2026-02-27T20:11:15.829" v="0"/>
        <pc:sldMkLst>
          <pc:docMk/>
          <pc:sldMk cId="2618786155" sldId="36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Chapters/10%20Delay/Dela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[Delay.xlsx]Sheet1!$B$1:$B$511</c:f>
              <c:numCache>
                <c:formatCode>General</c:formatCode>
                <c:ptCount val="511"/>
                <c:pt idx="0">
                  <c:v>10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  <c:pt idx="7">
                  <c:v>140</c:v>
                </c:pt>
                <c:pt idx="8">
                  <c:v>160</c:v>
                </c:pt>
                <c:pt idx="9">
                  <c:v>180</c:v>
                </c:pt>
                <c:pt idx="10">
                  <c:v>200</c:v>
                </c:pt>
                <c:pt idx="11">
                  <c:v>220</c:v>
                </c:pt>
                <c:pt idx="12">
                  <c:v>240</c:v>
                </c:pt>
                <c:pt idx="13">
                  <c:v>260</c:v>
                </c:pt>
                <c:pt idx="14">
                  <c:v>280</c:v>
                </c:pt>
                <c:pt idx="15">
                  <c:v>300</c:v>
                </c:pt>
                <c:pt idx="16">
                  <c:v>320</c:v>
                </c:pt>
                <c:pt idx="17">
                  <c:v>340</c:v>
                </c:pt>
                <c:pt idx="18">
                  <c:v>360</c:v>
                </c:pt>
                <c:pt idx="19">
                  <c:v>380</c:v>
                </c:pt>
                <c:pt idx="20">
                  <c:v>400</c:v>
                </c:pt>
                <c:pt idx="21">
                  <c:v>420</c:v>
                </c:pt>
                <c:pt idx="22">
                  <c:v>440</c:v>
                </c:pt>
                <c:pt idx="23">
                  <c:v>460</c:v>
                </c:pt>
                <c:pt idx="24">
                  <c:v>480</c:v>
                </c:pt>
                <c:pt idx="25">
                  <c:v>500</c:v>
                </c:pt>
                <c:pt idx="26">
                  <c:v>520</c:v>
                </c:pt>
                <c:pt idx="27">
                  <c:v>540</c:v>
                </c:pt>
                <c:pt idx="28">
                  <c:v>560</c:v>
                </c:pt>
                <c:pt idx="29">
                  <c:v>580</c:v>
                </c:pt>
                <c:pt idx="30">
                  <c:v>600</c:v>
                </c:pt>
                <c:pt idx="31">
                  <c:v>620</c:v>
                </c:pt>
                <c:pt idx="32">
                  <c:v>640</c:v>
                </c:pt>
                <c:pt idx="33">
                  <c:v>660</c:v>
                </c:pt>
                <c:pt idx="34">
                  <c:v>680</c:v>
                </c:pt>
                <c:pt idx="35">
                  <c:v>700</c:v>
                </c:pt>
                <c:pt idx="36">
                  <c:v>720</c:v>
                </c:pt>
                <c:pt idx="37">
                  <c:v>740</c:v>
                </c:pt>
                <c:pt idx="38">
                  <c:v>760</c:v>
                </c:pt>
                <c:pt idx="39">
                  <c:v>780</c:v>
                </c:pt>
                <c:pt idx="40">
                  <c:v>800</c:v>
                </c:pt>
                <c:pt idx="41">
                  <c:v>820</c:v>
                </c:pt>
                <c:pt idx="42">
                  <c:v>840</c:v>
                </c:pt>
                <c:pt idx="43">
                  <c:v>860</c:v>
                </c:pt>
                <c:pt idx="44">
                  <c:v>880</c:v>
                </c:pt>
                <c:pt idx="45">
                  <c:v>900</c:v>
                </c:pt>
                <c:pt idx="46">
                  <c:v>920</c:v>
                </c:pt>
                <c:pt idx="47">
                  <c:v>940</c:v>
                </c:pt>
                <c:pt idx="48">
                  <c:v>960</c:v>
                </c:pt>
                <c:pt idx="49">
                  <c:v>980</c:v>
                </c:pt>
                <c:pt idx="50">
                  <c:v>1000</c:v>
                </c:pt>
                <c:pt idx="51">
                  <c:v>1020</c:v>
                </c:pt>
                <c:pt idx="52">
                  <c:v>1040</c:v>
                </c:pt>
                <c:pt idx="53">
                  <c:v>1060</c:v>
                </c:pt>
                <c:pt idx="54">
                  <c:v>1080</c:v>
                </c:pt>
                <c:pt idx="55">
                  <c:v>1100</c:v>
                </c:pt>
                <c:pt idx="56">
                  <c:v>1120</c:v>
                </c:pt>
                <c:pt idx="57">
                  <c:v>1140</c:v>
                </c:pt>
                <c:pt idx="58">
                  <c:v>1160</c:v>
                </c:pt>
                <c:pt idx="59">
                  <c:v>1180</c:v>
                </c:pt>
                <c:pt idx="60">
                  <c:v>1200</c:v>
                </c:pt>
                <c:pt idx="61">
                  <c:v>1220</c:v>
                </c:pt>
                <c:pt idx="62">
                  <c:v>1240</c:v>
                </c:pt>
                <c:pt idx="63">
                  <c:v>1260</c:v>
                </c:pt>
                <c:pt idx="64">
                  <c:v>1280</c:v>
                </c:pt>
                <c:pt idx="65">
                  <c:v>1300</c:v>
                </c:pt>
                <c:pt idx="66">
                  <c:v>1320</c:v>
                </c:pt>
                <c:pt idx="67">
                  <c:v>1340</c:v>
                </c:pt>
                <c:pt idx="68">
                  <c:v>1360</c:v>
                </c:pt>
                <c:pt idx="69">
                  <c:v>1380</c:v>
                </c:pt>
                <c:pt idx="70">
                  <c:v>1400</c:v>
                </c:pt>
                <c:pt idx="71">
                  <c:v>1420</c:v>
                </c:pt>
                <c:pt idx="72">
                  <c:v>1440</c:v>
                </c:pt>
                <c:pt idx="73">
                  <c:v>1460</c:v>
                </c:pt>
                <c:pt idx="74">
                  <c:v>1480</c:v>
                </c:pt>
                <c:pt idx="75">
                  <c:v>1500</c:v>
                </c:pt>
                <c:pt idx="76">
                  <c:v>1520</c:v>
                </c:pt>
                <c:pt idx="77">
                  <c:v>1540</c:v>
                </c:pt>
                <c:pt idx="78">
                  <c:v>1560</c:v>
                </c:pt>
                <c:pt idx="79">
                  <c:v>1580</c:v>
                </c:pt>
                <c:pt idx="80">
                  <c:v>1600</c:v>
                </c:pt>
                <c:pt idx="81">
                  <c:v>1620</c:v>
                </c:pt>
                <c:pt idx="82">
                  <c:v>1640</c:v>
                </c:pt>
                <c:pt idx="83">
                  <c:v>1660</c:v>
                </c:pt>
                <c:pt idx="84">
                  <c:v>1680</c:v>
                </c:pt>
                <c:pt idx="85">
                  <c:v>1700</c:v>
                </c:pt>
                <c:pt idx="86">
                  <c:v>1720</c:v>
                </c:pt>
                <c:pt idx="87">
                  <c:v>1740</c:v>
                </c:pt>
                <c:pt idx="88">
                  <c:v>1760</c:v>
                </c:pt>
                <c:pt idx="89">
                  <c:v>1780</c:v>
                </c:pt>
                <c:pt idx="90">
                  <c:v>1800</c:v>
                </c:pt>
                <c:pt idx="91">
                  <c:v>1820</c:v>
                </c:pt>
                <c:pt idx="92">
                  <c:v>1840</c:v>
                </c:pt>
                <c:pt idx="93">
                  <c:v>1860</c:v>
                </c:pt>
                <c:pt idx="94">
                  <c:v>1880</c:v>
                </c:pt>
                <c:pt idx="95">
                  <c:v>1900</c:v>
                </c:pt>
                <c:pt idx="96">
                  <c:v>1920</c:v>
                </c:pt>
                <c:pt idx="97">
                  <c:v>1940</c:v>
                </c:pt>
                <c:pt idx="98">
                  <c:v>1960</c:v>
                </c:pt>
                <c:pt idx="99">
                  <c:v>1980</c:v>
                </c:pt>
                <c:pt idx="100">
                  <c:v>2000</c:v>
                </c:pt>
                <c:pt idx="101">
                  <c:v>2020</c:v>
                </c:pt>
                <c:pt idx="102">
                  <c:v>2040</c:v>
                </c:pt>
                <c:pt idx="103">
                  <c:v>2060</c:v>
                </c:pt>
                <c:pt idx="104">
                  <c:v>2080</c:v>
                </c:pt>
                <c:pt idx="105">
                  <c:v>2100</c:v>
                </c:pt>
                <c:pt idx="106">
                  <c:v>2120</c:v>
                </c:pt>
                <c:pt idx="107">
                  <c:v>2140</c:v>
                </c:pt>
                <c:pt idx="108">
                  <c:v>2160</c:v>
                </c:pt>
                <c:pt idx="109">
                  <c:v>2180</c:v>
                </c:pt>
                <c:pt idx="110">
                  <c:v>2200</c:v>
                </c:pt>
                <c:pt idx="111">
                  <c:v>2220</c:v>
                </c:pt>
                <c:pt idx="112">
                  <c:v>2240</c:v>
                </c:pt>
                <c:pt idx="113">
                  <c:v>2260</c:v>
                </c:pt>
                <c:pt idx="114">
                  <c:v>2280</c:v>
                </c:pt>
                <c:pt idx="115">
                  <c:v>2300</c:v>
                </c:pt>
                <c:pt idx="116">
                  <c:v>2320</c:v>
                </c:pt>
                <c:pt idx="117">
                  <c:v>2340</c:v>
                </c:pt>
                <c:pt idx="118">
                  <c:v>2360</c:v>
                </c:pt>
                <c:pt idx="119">
                  <c:v>2380</c:v>
                </c:pt>
                <c:pt idx="120">
                  <c:v>2400</c:v>
                </c:pt>
                <c:pt idx="121">
                  <c:v>2420</c:v>
                </c:pt>
                <c:pt idx="122">
                  <c:v>2440</c:v>
                </c:pt>
                <c:pt idx="123">
                  <c:v>2460</c:v>
                </c:pt>
                <c:pt idx="124">
                  <c:v>2480</c:v>
                </c:pt>
                <c:pt idx="125">
                  <c:v>2500</c:v>
                </c:pt>
                <c:pt idx="126">
                  <c:v>2520</c:v>
                </c:pt>
                <c:pt idx="127">
                  <c:v>2540</c:v>
                </c:pt>
                <c:pt idx="128">
                  <c:v>2560</c:v>
                </c:pt>
                <c:pt idx="129">
                  <c:v>2580</c:v>
                </c:pt>
                <c:pt idx="130">
                  <c:v>2600</c:v>
                </c:pt>
                <c:pt idx="131">
                  <c:v>2620</c:v>
                </c:pt>
                <c:pt idx="132">
                  <c:v>2640</c:v>
                </c:pt>
                <c:pt idx="133">
                  <c:v>2660</c:v>
                </c:pt>
                <c:pt idx="134">
                  <c:v>2680</c:v>
                </c:pt>
                <c:pt idx="135">
                  <c:v>2700</c:v>
                </c:pt>
                <c:pt idx="136">
                  <c:v>2720</c:v>
                </c:pt>
                <c:pt idx="137">
                  <c:v>2740</c:v>
                </c:pt>
                <c:pt idx="138">
                  <c:v>2760</c:v>
                </c:pt>
                <c:pt idx="139">
                  <c:v>2780</c:v>
                </c:pt>
                <c:pt idx="140">
                  <c:v>2800</c:v>
                </c:pt>
                <c:pt idx="141">
                  <c:v>2820</c:v>
                </c:pt>
                <c:pt idx="142">
                  <c:v>2840</c:v>
                </c:pt>
                <c:pt idx="143">
                  <c:v>2860</c:v>
                </c:pt>
                <c:pt idx="144">
                  <c:v>2880</c:v>
                </c:pt>
                <c:pt idx="145">
                  <c:v>2900</c:v>
                </c:pt>
                <c:pt idx="146">
                  <c:v>2920</c:v>
                </c:pt>
                <c:pt idx="147">
                  <c:v>2940</c:v>
                </c:pt>
                <c:pt idx="148">
                  <c:v>2960</c:v>
                </c:pt>
                <c:pt idx="149">
                  <c:v>2980</c:v>
                </c:pt>
                <c:pt idx="150">
                  <c:v>3000</c:v>
                </c:pt>
                <c:pt idx="151">
                  <c:v>3020</c:v>
                </c:pt>
                <c:pt idx="152">
                  <c:v>3040</c:v>
                </c:pt>
                <c:pt idx="153">
                  <c:v>3060</c:v>
                </c:pt>
                <c:pt idx="154">
                  <c:v>3080</c:v>
                </c:pt>
                <c:pt idx="155">
                  <c:v>3100</c:v>
                </c:pt>
                <c:pt idx="156">
                  <c:v>3120</c:v>
                </c:pt>
                <c:pt idx="157">
                  <c:v>3140</c:v>
                </c:pt>
                <c:pt idx="158">
                  <c:v>3160</c:v>
                </c:pt>
                <c:pt idx="159">
                  <c:v>3180</c:v>
                </c:pt>
                <c:pt idx="160">
                  <c:v>3200</c:v>
                </c:pt>
                <c:pt idx="161">
                  <c:v>3220</c:v>
                </c:pt>
                <c:pt idx="162">
                  <c:v>3240</c:v>
                </c:pt>
                <c:pt idx="163">
                  <c:v>3260</c:v>
                </c:pt>
                <c:pt idx="164">
                  <c:v>3280</c:v>
                </c:pt>
                <c:pt idx="165">
                  <c:v>3300</c:v>
                </c:pt>
                <c:pt idx="166">
                  <c:v>3320</c:v>
                </c:pt>
                <c:pt idx="167">
                  <c:v>3340</c:v>
                </c:pt>
                <c:pt idx="168">
                  <c:v>3360</c:v>
                </c:pt>
                <c:pt idx="169">
                  <c:v>3380</c:v>
                </c:pt>
                <c:pt idx="170">
                  <c:v>3400</c:v>
                </c:pt>
                <c:pt idx="171">
                  <c:v>3420</c:v>
                </c:pt>
                <c:pt idx="172">
                  <c:v>3440</c:v>
                </c:pt>
                <c:pt idx="173">
                  <c:v>3460</c:v>
                </c:pt>
                <c:pt idx="174">
                  <c:v>3480</c:v>
                </c:pt>
                <c:pt idx="175">
                  <c:v>3500</c:v>
                </c:pt>
                <c:pt idx="176">
                  <c:v>3520</c:v>
                </c:pt>
                <c:pt idx="177">
                  <c:v>3540</c:v>
                </c:pt>
                <c:pt idx="178">
                  <c:v>3560</c:v>
                </c:pt>
                <c:pt idx="179">
                  <c:v>3580</c:v>
                </c:pt>
                <c:pt idx="180">
                  <c:v>3600</c:v>
                </c:pt>
                <c:pt idx="181">
                  <c:v>3620</c:v>
                </c:pt>
                <c:pt idx="182">
                  <c:v>3640</c:v>
                </c:pt>
                <c:pt idx="183">
                  <c:v>3660</c:v>
                </c:pt>
                <c:pt idx="184">
                  <c:v>3680</c:v>
                </c:pt>
                <c:pt idx="185">
                  <c:v>3700</c:v>
                </c:pt>
                <c:pt idx="186">
                  <c:v>3720</c:v>
                </c:pt>
                <c:pt idx="187">
                  <c:v>3740</c:v>
                </c:pt>
                <c:pt idx="188">
                  <c:v>3760</c:v>
                </c:pt>
                <c:pt idx="189">
                  <c:v>3780</c:v>
                </c:pt>
                <c:pt idx="190">
                  <c:v>3800</c:v>
                </c:pt>
                <c:pt idx="191">
                  <c:v>3820</c:v>
                </c:pt>
                <c:pt idx="192">
                  <c:v>3840</c:v>
                </c:pt>
                <c:pt idx="193">
                  <c:v>3860</c:v>
                </c:pt>
                <c:pt idx="194">
                  <c:v>3880</c:v>
                </c:pt>
                <c:pt idx="195">
                  <c:v>3900</c:v>
                </c:pt>
                <c:pt idx="196">
                  <c:v>3920</c:v>
                </c:pt>
                <c:pt idx="197">
                  <c:v>3940</c:v>
                </c:pt>
                <c:pt idx="198">
                  <c:v>3960</c:v>
                </c:pt>
                <c:pt idx="199">
                  <c:v>3980</c:v>
                </c:pt>
                <c:pt idx="200">
                  <c:v>4000</c:v>
                </c:pt>
                <c:pt idx="201">
                  <c:v>4020</c:v>
                </c:pt>
                <c:pt idx="202">
                  <c:v>4040</c:v>
                </c:pt>
                <c:pt idx="203">
                  <c:v>4060</c:v>
                </c:pt>
                <c:pt idx="204">
                  <c:v>4080</c:v>
                </c:pt>
                <c:pt idx="205">
                  <c:v>4100</c:v>
                </c:pt>
                <c:pt idx="206">
                  <c:v>4120</c:v>
                </c:pt>
                <c:pt idx="207">
                  <c:v>4140</c:v>
                </c:pt>
                <c:pt idx="208">
                  <c:v>4160</c:v>
                </c:pt>
                <c:pt idx="209">
                  <c:v>4180</c:v>
                </c:pt>
                <c:pt idx="210">
                  <c:v>4200</c:v>
                </c:pt>
                <c:pt idx="211">
                  <c:v>4220</c:v>
                </c:pt>
                <c:pt idx="212">
                  <c:v>4240</c:v>
                </c:pt>
                <c:pt idx="213">
                  <c:v>4260</c:v>
                </c:pt>
                <c:pt idx="214">
                  <c:v>4280</c:v>
                </c:pt>
                <c:pt idx="215">
                  <c:v>4300</c:v>
                </c:pt>
                <c:pt idx="216">
                  <c:v>4320</c:v>
                </c:pt>
                <c:pt idx="217">
                  <c:v>4340</c:v>
                </c:pt>
                <c:pt idx="218">
                  <c:v>4360</c:v>
                </c:pt>
                <c:pt idx="219">
                  <c:v>4380</c:v>
                </c:pt>
                <c:pt idx="220">
                  <c:v>4400</c:v>
                </c:pt>
                <c:pt idx="221">
                  <c:v>4420</c:v>
                </c:pt>
                <c:pt idx="222">
                  <c:v>4440</c:v>
                </c:pt>
                <c:pt idx="223">
                  <c:v>4460</c:v>
                </c:pt>
                <c:pt idx="224">
                  <c:v>4480</c:v>
                </c:pt>
                <c:pt idx="225">
                  <c:v>4500</c:v>
                </c:pt>
                <c:pt idx="226">
                  <c:v>4520</c:v>
                </c:pt>
                <c:pt idx="227">
                  <c:v>4540</c:v>
                </c:pt>
                <c:pt idx="228">
                  <c:v>4560</c:v>
                </c:pt>
                <c:pt idx="229">
                  <c:v>4580</c:v>
                </c:pt>
                <c:pt idx="230">
                  <c:v>4600</c:v>
                </c:pt>
                <c:pt idx="231">
                  <c:v>4620</c:v>
                </c:pt>
                <c:pt idx="232">
                  <c:v>4640</c:v>
                </c:pt>
                <c:pt idx="233">
                  <c:v>4660</c:v>
                </c:pt>
                <c:pt idx="234">
                  <c:v>4680</c:v>
                </c:pt>
                <c:pt idx="235">
                  <c:v>4700</c:v>
                </c:pt>
                <c:pt idx="236">
                  <c:v>4720</c:v>
                </c:pt>
                <c:pt idx="237">
                  <c:v>4740</c:v>
                </c:pt>
                <c:pt idx="238">
                  <c:v>4760</c:v>
                </c:pt>
                <c:pt idx="239">
                  <c:v>4780</c:v>
                </c:pt>
                <c:pt idx="240">
                  <c:v>4800</c:v>
                </c:pt>
                <c:pt idx="241">
                  <c:v>4820</c:v>
                </c:pt>
                <c:pt idx="242">
                  <c:v>4840</c:v>
                </c:pt>
                <c:pt idx="243">
                  <c:v>4860</c:v>
                </c:pt>
                <c:pt idx="244">
                  <c:v>4880</c:v>
                </c:pt>
                <c:pt idx="245">
                  <c:v>4900</c:v>
                </c:pt>
                <c:pt idx="246">
                  <c:v>4920</c:v>
                </c:pt>
                <c:pt idx="247">
                  <c:v>4940</c:v>
                </c:pt>
                <c:pt idx="248">
                  <c:v>4960</c:v>
                </c:pt>
                <c:pt idx="249">
                  <c:v>4980</c:v>
                </c:pt>
                <c:pt idx="250">
                  <c:v>5000</c:v>
                </c:pt>
                <c:pt idx="251">
                  <c:v>5020</c:v>
                </c:pt>
                <c:pt idx="252">
                  <c:v>5040</c:v>
                </c:pt>
                <c:pt idx="253">
                  <c:v>5060</c:v>
                </c:pt>
                <c:pt idx="254">
                  <c:v>5080</c:v>
                </c:pt>
                <c:pt idx="255">
                  <c:v>5100</c:v>
                </c:pt>
                <c:pt idx="256">
                  <c:v>5120</c:v>
                </c:pt>
                <c:pt idx="257">
                  <c:v>5140</c:v>
                </c:pt>
                <c:pt idx="258">
                  <c:v>5160</c:v>
                </c:pt>
                <c:pt idx="259">
                  <c:v>5180</c:v>
                </c:pt>
                <c:pt idx="260">
                  <c:v>5200</c:v>
                </c:pt>
                <c:pt idx="261">
                  <c:v>5220</c:v>
                </c:pt>
                <c:pt idx="262">
                  <c:v>5240</c:v>
                </c:pt>
                <c:pt idx="263">
                  <c:v>5260</c:v>
                </c:pt>
                <c:pt idx="264">
                  <c:v>5280</c:v>
                </c:pt>
                <c:pt idx="265">
                  <c:v>5300</c:v>
                </c:pt>
                <c:pt idx="266">
                  <c:v>5320</c:v>
                </c:pt>
                <c:pt idx="267">
                  <c:v>5340</c:v>
                </c:pt>
                <c:pt idx="268">
                  <c:v>5360</c:v>
                </c:pt>
                <c:pt idx="269">
                  <c:v>5380</c:v>
                </c:pt>
                <c:pt idx="270">
                  <c:v>5400</c:v>
                </c:pt>
                <c:pt idx="271">
                  <c:v>5420</c:v>
                </c:pt>
                <c:pt idx="272">
                  <c:v>5440</c:v>
                </c:pt>
                <c:pt idx="273">
                  <c:v>5460</c:v>
                </c:pt>
                <c:pt idx="274">
                  <c:v>5480</c:v>
                </c:pt>
                <c:pt idx="275">
                  <c:v>5500</c:v>
                </c:pt>
                <c:pt idx="276">
                  <c:v>5520</c:v>
                </c:pt>
                <c:pt idx="277">
                  <c:v>5540</c:v>
                </c:pt>
                <c:pt idx="278">
                  <c:v>5560</c:v>
                </c:pt>
                <c:pt idx="279">
                  <c:v>5580</c:v>
                </c:pt>
                <c:pt idx="280">
                  <c:v>5600</c:v>
                </c:pt>
                <c:pt idx="281">
                  <c:v>5620</c:v>
                </c:pt>
                <c:pt idx="282">
                  <c:v>5640</c:v>
                </c:pt>
                <c:pt idx="283">
                  <c:v>5660</c:v>
                </c:pt>
                <c:pt idx="284">
                  <c:v>5680</c:v>
                </c:pt>
                <c:pt idx="285">
                  <c:v>5700</c:v>
                </c:pt>
                <c:pt idx="286">
                  <c:v>5720</c:v>
                </c:pt>
                <c:pt idx="287">
                  <c:v>5740</c:v>
                </c:pt>
                <c:pt idx="288">
                  <c:v>5760</c:v>
                </c:pt>
                <c:pt idx="289">
                  <c:v>5780</c:v>
                </c:pt>
                <c:pt idx="290">
                  <c:v>5800</c:v>
                </c:pt>
                <c:pt idx="291">
                  <c:v>5820</c:v>
                </c:pt>
                <c:pt idx="292">
                  <c:v>5840</c:v>
                </c:pt>
                <c:pt idx="293">
                  <c:v>5860</c:v>
                </c:pt>
                <c:pt idx="294">
                  <c:v>5880</c:v>
                </c:pt>
                <c:pt idx="295">
                  <c:v>5900</c:v>
                </c:pt>
                <c:pt idx="296">
                  <c:v>5920</c:v>
                </c:pt>
                <c:pt idx="297">
                  <c:v>5940</c:v>
                </c:pt>
                <c:pt idx="298">
                  <c:v>5960</c:v>
                </c:pt>
                <c:pt idx="299">
                  <c:v>5980</c:v>
                </c:pt>
                <c:pt idx="300">
                  <c:v>6000</c:v>
                </c:pt>
                <c:pt idx="301">
                  <c:v>6020</c:v>
                </c:pt>
                <c:pt idx="302">
                  <c:v>6040</c:v>
                </c:pt>
                <c:pt idx="303">
                  <c:v>6060</c:v>
                </c:pt>
                <c:pt idx="304">
                  <c:v>6080</c:v>
                </c:pt>
                <c:pt idx="305">
                  <c:v>6100</c:v>
                </c:pt>
                <c:pt idx="306">
                  <c:v>6120</c:v>
                </c:pt>
                <c:pt idx="307">
                  <c:v>6140</c:v>
                </c:pt>
                <c:pt idx="308">
                  <c:v>6160</c:v>
                </c:pt>
                <c:pt idx="309">
                  <c:v>6180</c:v>
                </c:pt>
                <c:pt idx="310">
                  <c:v>6200</c:v>
                </c:pt>
                <c:pt idx="311">
                  <c:v>6220</c:v>
                </c:pt>
                <c:pt idx="312">
                  <c:v>6240</c:v>
                </c:pt>
                <c:pt idx="313">
                  <c:v>6260</c:v>
                </c:pt>
                <c:pt idx="314">
                  <c:v>6280</c:v>
                </c:pt>
                <c:pt idx="315">
                  <c:v>6300</c:v>
                </c:pt>
                <c:pt idx="316">
                  <c:v>6320</c:v>
                </c:pt>
                <c:pt idx="317">
                  <c:v>6340</c:v>
                </c:pt>
                <c:pt idx="318">
                  <c:v>6360</c:v>
                </c:pt>
                <c:pt idx="319">
                  <c:v>6380</c:v>
                </c:pt>
                <c:pt idx="320">
                  <c:v>6400</c:v>
                </c:pt>
                <c:pt idx="321">
                  <c:v>6420</c:v>
                </c:pt>
                <c:pt idx="322">
                  <c:v>6440</c:v>
                </c:pt>
                <c:pt idx="323">
                  <c:v>6460</c:v>
                </c:pt>
                <c:pt idx="324">
                  <c:v>6480</c:v>
                </c:pt>
                <c:pt idx="325">
                  <c:v>6500</c:v>
                </c:pt>
                <c:pt idx="326">
                  <c:v>6520</c:v>
                </c:pt>
                <c:pt idx="327">
                  <c:v>6540</c:v>
                </c:pt>
                <c:pt idx="328">
                  <c:v>6560</c:v>
                </c:pt>
                <c:pt idx="329">
                  <c:v>6580</c:v>
                </c:pt>
                <c:pt idx="330">
                  <c:v>6600</c:v>
                </c:pt>
                <c:pt idx="331">
                  <c:v>6620</c:v>
                </c:pt>
                <c:pt idx="332">
                  <c:v>6640</c:v>
                </c:pt>
                <c:pt idx="333">
                  <c:v>6660</c:v>
                </c:pt>
                <c:pt idx="334">
                  <c:v>6680</c:v>
                </c:pt>
                <c:pt idx="335">
                  <c:v>6700</c:v>
                </c:pt>
                <c:pt idx="336">
                  <c:v>6720</c:v>
                </c:pt>
                <c:pt idx="337">
                  <c:v>6740</c:v>
                </c:pt>
                <c:pt idx="338">
                  <c:v>6760</c:v>
                </c:pt>
                <c:pt idx="339">
                  <c:v>6780</c:v>
                </c:pt>
                <c:pt idx="340">
                  <c:v>6800</c:v>
                </c:pt>
                <c:pt idx="341">
                  <c:v>6820</c:v>
                </c:pt>
                <c:pt idx="342">
                  <c:v>6840</c:v>
                </c:pt>
                <c:pt idx="343">
                  <c:v>6860</c:v>
                </c:pt>
                <c:pt idx="344">
                  <c:v>6880</c:v>
                </c:pt>
                <c:pt idx="345">
                  <c:v>6900</c:v>
                </c:pt>
                <c:pt idx="346">
                  <c:v>6920</c:v>
                </c:pt>
                <c:pt idx="347">
                  <c:v>6940</c:v>
                </c:pt>
                <c:pt idx="348">
                  <c:v>6960</c:v>
                </c:pt>
                <c:pt idx="349">
                  <c:v>6980</c:v>
                </c:pt>
                <c:pt idx="350">
                  <c:v>7000</c:v>
                </c:pt>
                <c:pt idx="351">
                  <c:v>7020</c:v>
                </c:pt>
                <c:pt idx="352">
                  <c:v>7040</c:v>
                </c:pt>
                <c:pt idx="353">
                  <c:v>7060</c:v>
                </c:pt>
                <c:pt idx="354">
                  <c:v>7080</c:v>
                </c:pt>
                <c:pt idx="355">
                  <c:v>7100</c:v>
                </c:pt>
                <c:pt idx="356">
                  <c:v>7120</c:v>
                </c:pt>
                <c:pt idx="357">
                  <c:v>7140</c:v>
                </c:pt>
                <c:pt idx="358">
                  <c:v>7160</c:v>
                </c:pt>
                <c:pt idx="359">
                  <c:v>7180</c:v>
                </c:pt>
                <c:pt idx="360">
                  <c:v>7200</c:v>
                </c:pt>
                <c:pt idx="361">
                  <c:v>7220</c:v>
                </c:pt>
                <c:pt idx="362">
                  <c:v>7240</c:v>
                </c:pt>
                <c:pt idx="363">
                  <c:v>7260</c:v>
                </c:pt>
                <c:pt idx="364">
                  <c:v>7280</c:v>
                </c:pt>
                <c:pt idx="365">
                  <c:v>7300</c:v>
                </c:pt>
                <c:pt idx="366">
                  <c:v>7320</c:v>
                </c:pt>
                <c:pt idx="367">
                  <c:v>7340</c:v>
                </c:pt>
                <c:pt idx="368">
                  <c:v>7360</c:v>
                </c:pt>
                <c:pt idx="369">
                  <c:v>7380</c:v>
                </c:pt>
                <c:pt idx="370">
                  <c:v>7400</c:v>
                </c:pt>
                <c:pt idx="371">
                  <c:v>7420</c:v>
                </c:pt>
                <c:pt idx="372">
                  <c:v>7440</c:v>
                </c:pt>
                <c:pt idx="373">
                  <c:v>7460</c:v>
                </c:pt>
                <c:pt idx="374">
                  <c:v>7480</c:v>
                </c:pt>
                <c:pt idx="375">
                  <c:v>7500</c:v>
                </c:pt>
                <c:pt idx="376">
                  <c:v>7520</c:v>
                </c:pt>
                <c:pt idx="377">
                  <c:v>7540</c:v>
                </c:pt>
                <c:pt idx="378">
                  <c:v>7560</c:v>
                </c:pt>
                <c:pt idx="379">
                  <c:v>7580</c:v>
                </c:pt>
                <c:pt idx="380">
                  <c:v>7600</c:v>
                </c:pt>
                <c:pt idx="381">
                  <c:v>7620</c:v>
                </c:pt>
                <c:pt idx="382">
                  <c:v>7640</c:v>
                </c:pt>
                <c:pt idx="383">
                  <c:v>7660</c:v>
                </c:pt>
                <c:pt idx="384">
                  <c:v>7680</c:v>
                </c:pt>
                <c:pt idx="385">
                  <c:v>7700</c:v>
                </c:pt>
                <c:pt idx="386">
                  <c:v>7720</c:v>
                </c:pt>
                <c:pt idx="387">
                  <c:v>7740</c:v>
                </c:pt>
                <c:pt idx="388">
                  <c:v>7760</c:v>
                </c:pt>
                <c:pt idx="389">
                  <c:v>7780</c:v>
                </c:pt>
                <c:pt idx="390">
                  <c:v>7800</c:v>
                </c:pt>
                <c:pt idx="391">
                  <c:v>7820</c:v>
                </c:pt>
                <c:pt idx="392">
                  <c:v>7840</c:v>
                </c:pt>
                <c:pt idx="393">
                  <c:v>7860</c:v>
                </c:pt>
                <c:pt idx="394">
                  <c:v>7880</c:v>
                </c:pt>
                <c:pt idx="395">
                  <c:v>7900</c:v>
                </c:pt>
                <c:pt idx="396">
                  <c:v>7920</c:v>
                </c:pt>
                <c:pt idx="397">
                  <c:v>7940</c:v>
                </c:pt>
                <c:pt idx="398">
                  <c:v>7960</c:v>
                </c:pt>
                <c:pt idx="399">
                  <c:v>7980</c:v>
                </c:pt>
                <c:pt idx="400">
                  <c:v>8000</c:v>
                </c:pt>
                <c:pt idx="401">
                  <c:v>8020</c:v>
                </c:pt>
                <c:pt idx="402">
                  <c:v>8040</c:v>
                </c:pt>
                <c:pt idx="403">
                  <c:v>8060</c:v>
                </c:pt>
                <c:pt idx="404">
                  <c:v>8080</c:v>
                </c:pt>
                <c:pt idx="405">
                  <c:v>8100</c:v>
                </c:pt>
                <c:pt idx="406">
                  <c:v>8120</c:v>
                </c:pt>
                <c:pt idx="407">
                  <c:v>8140</c:v>
                </c:pt>
                <c:pt idx="408">
                  <c:v>8160</c:v>
                </c:pt>
                <c:pt idx="409">
                  <c:v>8180</c:v>
                </c:pt>
                <c:pt idx="410">
                  <c:v>8200</c:v>
                </c:pt>
                <c:pt idx="411">
                  <c:v>8220</c:v>
                </c:pt>
                <c:pt idx="412">
                  <c:v>8240</c:v>
                </c:pt>
                <c:pt idx="413">
                  <c:v>8260</c:v>
                </c:pt>
                <c:pt idx="414">
                  <c:v>8280</c:v>
                </c:pt>
                <c:pt idx="415">
                  <c:v>8300</c:v>
                </c:pt>
                <c:pt idx="416">
                  <c:v>8320</c:v>
                </c:pt>
                <c:pt idx="417">
                  <c:v>8340</c:v>
                </c:pt>
                <c:pt idx="418">
                  <c:v>8360</c:v>
                </c:pt>
                <c:pt idx="419">
                  <c:v>8380</c:v>
                </c:pt>
                <c:pt idx="420">
                  <c:v>8400</c:v>
                </c:pt>
                <c:pt idx="421">
                  <c:v>8420</c:v>
                </c:pt>
                <c:pt idx="422">
                  <c:v>8440</c:v>
                </c:pt>
                <c:pt idx="423">
                  <c:v>8460</c:v>
                </c:pt>
                <c:pt idx="424">
                  <c:v>8480</c:v>
                </c:pt>
                <c:pt idx="425">
                  <c:v>8500</c:v>
                </c:pt>
                <c:pt idx="426">
                  <c:v>8520</c:v>
                </c:pt>
                <c:pt idx="427">
                  <c:v>8540</c:v>
                </c:pt>
                <c:pt idx="428">
                  <c:v>8560</c:v>
                </c:pt>
                <c:pt idx="429">
                  <c:v>8580</c:v>
                </c:pt>
                <c:pt idx="430">
                  <c:v>8600</c:v>
                </c:pt>
                <c:pt idx="431">
                  <c:v>8620</c:v>
                </c:pt>
                <c:pt idx="432">
                  <c:v>8640</c:v>
                </c:pt>
                <c:pt idx="433">
                  <c:v>8660</c:v>
                </c:pt>
                <c:pt idx="434">
                  <c:v>8680</c:v>
                </c:pt>
                <c:pt idx="435">
                  <c:v>8700</c:v>
                </c:pt>
                <c:pt idx="436">
                  <c:v>8720</c:v>
                </c:pt>
                <c:pt idx="437">
                  <c:v>8740</c:v>
                </c:pt>
                <c:pt idx="438">
                  <c:v>8760</c:v>
                </c:pt>
                <c:pt idx="439">
                  <c:v>8780</c:v>
                </c:pt>
                <c:pt idx="440">
                  <c:v>8800</c:v>
                </c:pt>
                <c:pt idx="441">
                  <c:v>8820</c:v>
                </c:pt>
                <c:pt idx="442">
                  <c:v>8840</c:v>
                </c:pt>
                <c:pt idx="443">
                  <c:v>8860</c:v>
                </c:pt>
                <c:pt idx="444">
                  <c:v>8880</c:v>
                </c:pt>
                <c:pt idx="445">
                  <c:v>8900</c:v>
                </c:pt>
                <c:pt idx="446">
                  <c:v>8920</c:v>
                </c:pt>
                <c:pt idx="447">
                  <c:v>8940</c:v>
                </c:pt>
                <c:pt idx="448">
                  <c:v>8960</c:v>
                </c:pt>
                <c:pt idx="449">
                  <c:v>8980</c:v>
                </c:pt>
                <c:pt idx="450">
                  <c:v>9000</c:v>
                </c:pt>
                <c:pt idx="451">
                  <c:v>9020</c:v>
                </c:pt>
                <c:pt idx="452">
                  <c:v>9040</c:v>
                </c:pt>
                <c:pt idx="453">
                  <c:v>9060</c:v>
                </c:pt>
                <c:pt idx="454">
                  <c:v>9080</c:v>
                </c:pt>
                <c:pt idx="455">
                  <c:v>9100</c:v>
                </c:pt>
                <c:pt idx="456">
                  <c:v>9120</c:v>
                </c:pt>
                <c:pt idx="457">
                  <c:v>9140</c:v>
                </c:pt>
                <c:pt idx="458">
                  <c:v>9160</c:v>
                </c:pt>
                <c:pt idx="459">
                  <c:v>9180</c:v>
                </c:pt>
                <c:pt idx="460">
                  <c:v>9200</c:v>
                </c:pt>
                <c:pt idx="461">
                  <c:v>9220</c:v>
                </c:pt>
                <c:pt idx="462">
                  <c:v>9240</c:v>
                </c:pt>
                <c:pt idx="463">
                  <c:v>9260</c:v>
                </c:pt>
                <c:pt idx="464">
                  <c:v>9280</c:v>
                </c:pt>
                <c:pt idx="465">
                  <c:v>9300</c:v>
                </c:pt>
                <c:pt idx="466">
                  <c:v>9320</c:v>
                </c:pt>
                <c:pt idx="467">
                  <c:v>9340</c:v>
                </c:pt>
                <c:pt idx="468">
                  <c:v>9360</c:v>
                </c:pt>
                <c:pt idx="469">
                  <c:v>9380</c:v>
                </c:pt>
                <c:pt idx="470">
                  <c:v>9400</c:v>
                </c:pt>
                <c:pt idx="471">
                  <c:v>9420</c:v>
                </c:pt>
                <c:pt idx="472">
                  <c:v>9440</c:v>
                </c:pt>
                <c:pt idx="473">
                  <c:v>9460</c:v>
                </c:pt>
                <c:pt idx="474">
                  <c:v>9480</c:v>
                </c:pt>
                <c:pt idx="475">
                  <c:v>9500</c:v>
                </c:pt>
                <c:pt idx="476">
                  <c:v>9520</c:v>
                </c:pt>
                <c:pt idx="477">
                  <c:v>9540</c:v>
                </c:pt>
                <c:pt idx="478">
                  <c:v>9560</c:v>
                </c:pt>
                <c:pt idx="479">
                  <c:v>9580</c:v>
                </c:pt>
                <c:pt idx="480">
                  <c:v>9600</c:v>
                </c:pt>
                <c:pt idx="481">
                  <c:v>9620</c:v>
                </c:pt>
                <c:pt idx="482">
                  <c:v>9640</c:v>
                </c:pt>
                <c:pt idx="483">
                  <c:v>9660</c:v>
                </c:pt>
                <c:pt idx="484">
                  <c:v>9680</c:v>
                </c:pt>
                <c:pt idx="485">
                  <c:v>9700</c:v>
                </c:pt>
                <c:pt idx="486">
                  <c:v>9720</c:v>
                </c:pt>
                <c:pt idx="487">
                  <c:v>9740</c:v>
                </c:pt>
                <c:pt idx="488">
                  <c:v>9760</c:v>
                </c:pt>
                <c:pt idx="489">
                  <c:v>9780</c:v>
                </c:pt>
                <c:pt idx="490">
                  <c:v>9800</c:v>
                </c:pt>
                <c:pt idx="491">
                  <c:v>9820</c:v>
                </c:pt>
                <c:pt idx="492">
                  <c:v>9840</c:v>
                </c:pt>
                <c:pt idx="493">
                  <c:v>9860</c:v>
                </c:pt>
                <c:pt idx="494">
                  <c:v>9880</c:v>
                </c:pt>
                <c:pt idx="495">
                  <c:v>9900</c:v>
                </c:pt>
                <c:pt idx="496">
                  <c:v>9920</c:v>
                </c:pt>
                <c:pt idx="497">
                  <c:v>9940</c:v>
                </c:pt>
                <c:pt idx="498">
                  <c:v>9960</c:v>
                </c:pt>
                <c:pt idx="499">
                  <c:v>9980</c:v>
                </c:pt>
                <c:pt idx="500">
                  <c:v>10000</c:v>
                </c:pt>
              </c:numCache>
            </c:numRef>
          </c:xVal>
          <c:yVal>
            <c:numRef>
              <c:f>[Delay.xlsx]Sheet1!$F$1:$F$511</c:f>
              <c:numCache>
                <c:formatCode>General</c:formatCode>
                <c:ptCount val="511"/>
                <c:pt idx="0">
                  <c:v>6.0163128932935281</c:v>
                </c:pt>
                <c:pt idx="1">
                  <c:v>6.0034433613410387</c:v>
                </c:pt>
                <c:pt idx="2">
                  <c:v>5.9518376158037878</c:v>
                </c:pt>
                <c:pt idx="3">
                  <c:v>5.8653700593252829</c:v>
                </c:pt>
                <c:pt idx="4">
                  <c:v>5.7433382041349805</c:v>
                </c:pt>
                <c:pt idx="5">
                  <c:v>5.5847264241798813</c:v>
                </c:pt>
                <c:pt idx="6">
                  <c:v>5.3881710862478798</c:v>
                </c:pt>
                <c:pt idx="7">
                  <c:v>5.1519114457275332</c:v>
                </c:pt>
                <c:pt idx="8">
                  <c:v>4.8737223595170569</c:v>
                </c:pt>
                <c:pt idx="9">
                  <c:v>4.550822982668393</c:v>
                </c:pt>
                <c:pt idx="10">
                  <c:v>4.1797528049995751</c:v>
                </c:pt>
                <c:pt idx="11">
                  <c:v>3.7562020596383854</c:v>
                </c:pt>
                <c:pt idx="12">
                  <c:v>3.2747766735774526</c:v>
                </c:pt>
                <c:pt idx="13">
                  <c:v>2.7286666877635879</c:v>
                </c:pt>
                <c:pt idx="14">
                  <c:v>2.1091679996868984</c:v>
                </c:pt>
                <c:pt idx="15">
                  <c:v>1.4049736191803066</c:v>
                </c:pt>
                <c:pt idx="16">
                  <c:v>0.6010884630591401</c:v>
                </c:pt>
                <c:pt idx="17">
                  <c:v>-0.32289937684866205</c:v>
                </c:pt>
                <c:pt idx="18">
                  <c:v>-1.3957093860891487</c:v>
                </c:pt>
                <c:pt idx="19">
                  <c:v>-2.6595043984842941</c:v>
                </c:pt>
                <c:pt idx="20">
                  <c:v>-4.1797528049995725</c:v>
                </c:pt>
                <c:pt idx="21">
                  <c:v>-6.0662375809836435</c:v>
                </c:pt>
                <c:pt idx="22">
                  <c:v>-8.5248744578095792</c:v>
                </c:pt>
                <c:pt idx="23">
                  <c:v>-12.018075196787425</c:v>
                </c:pt>
                <c:pt idx="24">
                  <c:v>-18.021518558128435</c:v>
                </c:pt>
                <c:pt idx="25">
                  <c:v>-30</c:v>
                </c:pt>
                <c:pt idx="26">
                  <c:v>-18.021518558128498</c:v>
                </c:pt>
                <c:pt idx="27">
                  <c:v>-12.018075196787441</c:v>
                </c:pt>
                <c:pt idx="28">
                  <c:v>-8.5248744578095792</c:v>
                </c:pt>
                <c:pt idx="29">
                  <c:v>-6.066237580983648</c:v>
                </c:pt>
                <c:pt idx="30">
                  <c:v>-4.1797528049995787</c:v>
                </c:pt>
                <c:pt idx="31">
                  <c:v>-2.6595043984842932</c:v>
                </c:pt>
                <c:pt idx="32">
                  <c:v>-1.3957093860891452</c:v>
                </c:pt>
                <c:pt idx="33">
                  <c:v>-0.3228993768486681</c:v>
                </c:pt>
                <c:pt idx="34">
                  <c:v>0.60108846305913832</c:v>
                </c:pt>
                <c:pt idx="35">
                  <c:v>1.4049736191803053</c:v>
                </c:pt>
                <c:pt idx="36">
                  <c:v>2.1091679996868984</c:v>
                </c:pt>
                <c:pt idx="37">
                  <c:v>2.7286666877635835</c:v>
                </c:pt>
                <c:pt idx="38">
                  <c:v>3.2747766735774544</c:v>
                </c:pt>
                <c:pt idx="39">
                  <c:v>3.756202059638384</c:v>
                </c:pt>
                <c:pt idx="40">
                  <c:v>4.1797528049995734</c:v>
                </c:pt>
                <c:pt idx="41">
                  <c:v>4.550822982668393</c:v>
                </c:pt>
                <c:pt idx="42">
                  <c:v>4.8737223595170569</c:v>
                </c:pt>
                <c:pt idx="43">
                  <c:v>5.1519114457275315</c:v>
                </c:pt>
                <c:pt idx="44">
                  <c:v>5.3881710862478798</c:v>
                </c:pt>
                <c:pt idx="45">
                  <c:v>5.5847264241798813</c:v>
                </c:pt>
                <c:pt idx="46">
                  <c:v>5.7433382041349805</c:v>
                </c:pt>
                <c:pt idx="47">
                  <c:v>5.8653700593252829</c:v>
                </c:pt>
                <c:pt idx="48">
                  <c:v>5.9518376158037878</c:v>
                </c:pt>
                <c:pt idx="49">
                  <c:v>6.0034433613410387</c:v>
                </c:pt>
                <c:pt idx="50">
                  <c:v>6.0205999132796242</c:v>
                </c:pt>
                <c:pt idx="51">
                  <c:v>6.0034433613410387</c:v>
                </c:pt>
                <c:pt idx="52">
                  <c:v>5.9518376158037887</c:v>
                </c:pt>
                <c:pt idx="53">
                  <c:v>5.8653700593252829</c:v>
                </c:pt>
                <c:pt idx="54">
                  <c:v>5.7433382041349814</c:v>
                </c:pt>
                <c:pt idx="55">
                  <c:v>5.5847264241798813</c:v>
                </c:pt>
                <c:pt idx="56">
                  <c:v>5.3881710862478798</c:v>
                </c:pt>
                <c:pt idx="57">
                  <c:v>5.1519114457275332</c:v>
                </c:pt>
                <c:pt idx="58">
                  <c:v>4.8737223595170596</c:v>
                </c:pt>
                <c:pt idx="59">
                  <c:v>4.5508229826683921</c:v>
                </c:pt>
                <c:pt idx="60">
                  <c:v>4.1797528049995751</c:v>
                </c:pt>
                <c:pt idx="61">
                  <c:v>3.7562020596383854</c:v>
                </c:pt>
                <c:pt idx="62">
                  <c:v>3.2747766735774513</c:v>
                </c:pt>
                <c:pt idx="63">
                  <c:v>2.7286666877635861</c:v>
                </c:pt>
                <c:pt idx="64">
                  <c:v>2.1091679996868953</c:v>
                </c:pt>
                <c:pt idx="65">
                  <c:v>1.4049736191803084</c:v>
                </c:pt>
                <c:pt idx="66">
                  <c:v>0.60108846305914554</c:v>
                </c:pt>
                <c:pt idx="67">
                  <c:v>-0.32289937684866404</c:v>
                </c:pt>
                <c:pt idx="68">
                  <c:v>-1.3957093860891416</c:v>
                </c:pt>
                <c:pt idx="69">
                  <c:v>-2.6595043984842959</c:v>
                </c:pt>
                <c:pt idx="70">
                  <c:v>-4.1797528049995707</c:v>
                </c:pt>
                <c:pt idx="71">
                  <c:v>-6.0662375809836249</c:v>
                </c:pt>
                <c:pt idx="72">
                  <c:v>-8.5248744578095792</c:v>
                </c:pt>
                <c:pt idx="73">
                  <c:v>-12.018075196787471</c:v>
                </c:pt>
                <c:pt idx="74">
                  <c:v>-18.021518558128374</c:v>
                </c:pt>
                <c:pt idx="75">
                  <c:v>-30</c:v>
                </c:pt>
                <c:pt idx="76">
                  <c:v>-18.021518558128435</c:v>
                </c:pt>
                <c:pt idx="77">
                  <c:v>-12.018075196787425</c:v>
                </c:pt>
                <c:pt idx="78">
                  <c:v>-8.5248744578095916</c:v>
                </c:pt>
                <c:pt idx="79">
                  <c:v>-6.06623758098364</c:v>
                </c:pt>
                <c:pt idx="80">
                  <c:v>-4.1797528049995805</c:v>
                </c:pt>
                <c:pt idx="81">
                  <c:v>-2.6595043984843048</c:v>
                </c:pt>
                <c:pt idx="82">
                  <c:v>-1.3957093860891487</c:v>
                </c:pt>
                <c:pt idx="83">
                  <c:v>-0.32289937684866904</c:v>
                </c:pt>
                <c:pt idx="84">
                  <c:v>0.60108846305914188</c:v>
                </c:pt>
                <c:pt idx="85">
                  <c:v>1.4049736191803035</c:v>
                </c:pt>
                <c:pt idx="86">
                  <c:v>2.1091679996868926</c:v>
                </c:pt>
                <c:pt idx="87">
                  <c:v>2.7286666877635861</c:v>
                </c:pt>
                <c:pt idx="88">
                  <c:v>3.2747766735774562</c:v>
                </c:pt>
                <c:pt idx="89">
                  <c:v>3.7562020596383787</c:v>
                </c:pt>
                <c:pt idx="90">
                  <c:v>4.1797528049995734</c:v>
                </c:pt>
                <c:pt idx="91">
                  <c:v>4.5508229826683957</c:v>
                </c:pt>
                <c:pt idx="92">
                  <c:v>4.8737223595170569</c:v>
                </c:pt>
                <c:pt idx="93">
                  <c:v>5.1519114457275306</c:v>
                </c:pt>
                <c:pt idx="94">
                  <c:v>5.3881710862478798</c:v>
                </c:pt>
                <c:pt idx="95">
                  <c:v>5.5847264241798804</c:v>
                </c:pt>
                <c:pt idx="96">
                  <c:v>5.7433382041349788</c:v>
                </c:pt>
                <c:pt idx="97">
                  <c:v>5.8653700593252829</c:v>
                </c:pt>
                <c:pt idx="98">
                  <c:v>5.9518376158037878</c:v>
                </c:pt>
                <c:pt idx="99">
                  <c:v>6.0034433613410387</c:v>
                </c:pt>
                <c:pt idx="100">
                  <c:v>6.0205999132796242</c:v>
                </c:pt>
                <c:pt idx="101">
                  <c:v>6.0034433613410387</c:v>
                </c:pt>
                <c:pt idx="102">
                  <c:v>5.9518376158037878</c:v>
                </c:pt>
                <c:pt idx="103">
                  <c:v>5.8653700593252811</c:v>
                </c:pt>
                <c:pt idx="104">
                  <c:v>5.7433382041349814</c:v>
                </c:pt>
                <c:pt idx="105">
                  <c:v>5.5847264241798822</c:v>
                </c:pt>
                <c:pt idx="106">
                  <c:v>5.388171086247878</c:v>
                </c:pt>
                <c:pt idx="107">
                  <c:v>5.1519114457275332</c:v>
                </c:pt>
                <c:pt idx="108">
                  <c:v>4.8737223595170596</c:v>
                </c:pt>
                <c:pt idx="109">
                  <c:v>4.5508229826683921</c:v>
                </c:pt>
                <c:pt idx="110">
                  <c:v>4.179752804999576</c:v>
                </c:pt>
                <c:pt idx="111">
                  <c:v>3.7562020596383827</c:v>
                </c:pt>
                <c:pt idx="112">
                  <c:v>3.2747766735774526</c:v>
                </c:pt>
                <c:pt idx="113">
                  <c:v>2.7286666877635919</c:v>
                </c:pt>
                <c:pt idx="114">
                  <c:v>2.1091679996868971</c:v>
                </c:pt>
                <c:pt idx="115">
                  <c:v>1.4049736191803099</c:v>
                </c:pt>
                <c:pt idx="116">
                  <c:v>0.60108846305914732</c:v>
                </c:pt>
                <c:pt idx="117">
                  <c:v>-0.32289937684866205</c:v>
                </c:pt>
                <c:pt idx="118">
                  <c:v>-1.3957093860891565</c:v>
                </c:pt>
                <c:pt idx="119">
                  <c:v>-2.659504398484275</c:v>
                </c:pt>
                <c:pt idx="120">
                  <c:v>-4.1797528049995671</c:v>
                </c:pt>
                <c:pt idx="121">
                  <c:v>-6.0662375809836515</c:v>
                </c:pt>
                <c:pt idx="122">
                  <c:v>-8.5248744578095721</c:v>
                </c:pt>
                <c:pt idx="123">
                  <c:v>-12.018075196787395</c:v>
                </c:pt>
                <c:pt idx="124">
                  <c:v>-18.021518558128498</c:v>
                </c:pt>
                <c:pt idx="125">
                  <c:v>-30</c:v>
                </c:pt>
                <c:pt idx="126">
                  <c:v>-18.021518558128435</c:v>
                </c:pt>
                <c:pt idx="127">
                  <c:v>-12.018075196787441</c:v>
                </c:pt>
                <c:pt idx="128">
                  <c:v>-8.5248744578095579</c:v>
                </c:pt>
                <c:pt idx="129">
                  <c:v>-6.0662375809836435</c:v>
                </c:pt>
                <c:pt idx="130">
                  <c:v>-4.1797528049995831</c:v>
                </c:pt>
                <c:pt idx="131">
                  <c:v>-2.6595043984843074</c:v>
                </c:pt>
                <c:pt idx="132">
                  <c:v>-1.3957093860891667</c:v>
                </c:pt>
                <c:pt idx="133">
                  <c:v>-0.3228993768486581</c:v>
                </c:pt>
                <c:pt idx="134">
                  <c:v>0.6010884630591401</c:v>
                </c:pt>
                <c:pt idx="135">
                  <c:v>1.4049736191803233</c:v>
                </c:pt>
                <c:pt idx="136">
                  <c:v>2.1091679996868908</c:v>
                </c:pt>
                <c:pt idx="137">
                  <c:v>2.7286666877635781</c:v>
                </c:pt>
                <c:pt idx="138">
                  <c:v>3.2747766735774553</c:v>
                </c:pt>
                <c:pt idx="139">
                  <c:v>3.7562020596383854</c:v>
                </c:pt>
                <c:pt idx="140">
                  <c:v>4.1797528049995725</c:v>
                </c:pt>
                <c:pt idx="141">
                  <c:v>4.5508229826683984</c:v>
                </c:pt>
                <c:pt idx="142">
                  <c:v>4.8737223595170516</c:v>
                </c:pt>
                <c:pt idx="143">
                  <c:v>5.1519114457275341</c:v>
                </c:pt>
                <c:pt idx="144">
                  <c:v>5.3881710862478798</c:v>
                </c:pt>
                <c:pt idx="145">
                  <c:v>5.5847264241798804</c:v>
                </c:pt>
                <c:pt idx="146">
                  <c:v>5.7433382041349823</c:v>
                </c:pt>
                <c:pt idx="147">
                  <c:v>5.8653700593252847</c:v>
                </c:pt>
                <c:pt idx="148">
                  <c:v>5.9518376158037869</c:v>
                </c:pt>
                <c:pt idx="149">
                  <c:v>6.0034433613410387</c:v>
                </c:pt>
                <c:pt idx="150">
                  <c:v>6.0205999132796242</c:v>
                </c:pt>
                <c:pt idx="151">
                  <c:v>6.0034433613410387</c:v>
                </c:pt>
                <c:pt idx="152">
                  <c:v>5.9518376158037869</c:v>
                </c:pt>
                <c:pt idx="153">
                  <c:v>5.865370059325282</c:v>
                </c:pt>
                <c:pt idx="154">
                  <c:v>5.7433382041349805</c:v>
                </c:pt>
                <c:pt idx="155">
                  <c:v>5.5847264241798822</c:v>
                </c:pt>
                <c:pt idx="156">
                  <c:v>5.3881710862478815</c:v>
                </c:pt>
                <c:pt idx="157">
                  <c:v>5.1519114457275297</c:v>
                </c:pt>
                <c:pt idx="158">
                  <c:v>4.873722359517056</c:v>
                </c:pt>
                <c:pt idx="159">
                  <c:v>4.550822982668393</c:v>
                </c:pt>
                <c:pt idx="160">
                  <c:v>4.1797528049995778</c:v>
                </c:pt>
                <c:pt idx="161">
                  <c:v>3.7562020596383903</c:v>
                </c:pt>
                <c:pt idx="162">
                  <c:v>3.2747766735774619</c:v>
                </c:pt>
                <c:pt idx="163">
                  <c:v>2.7286666877635835</c:v>
                </c:pt>
                <c:pt idx="164">
                  <c:v>2.1091679996868984</c:v>
                </c:pt>
                <c:pt idx="165">
                  <c:v>1.4049736191802902</c:v>
                </c:pt>
                <c:pt idx="166">
                  <c:v>0.60108846305914909</c:v>
                </c:pt>
                <c:pt idx="167">
                  <c:v>-0.32289937684864706</c:v>
                </c:pt>
                <c:pt idx="168">
                  <c:v>-1.3957093860891532</c:v>
                </c:pt>
                <c:pt idx="169">
                  <c:v>-2.6595043984842901</c:v>
                </c:pt>
                <c:pt idx="170">
                  <c:v>-4.1797528049995627</c:v>
                </c:pt>
                <c:pt idx="171">
                  <c:v>-6.066237580983679</c:v>
                </c:pt>
                <c:pt idx="172">
                  <c:v>-8.5248744578095241</c:v>
                </c:pt>
                <c:pt idx="173">
                  <c:v>-12.018075196787457</c:v>
                </c:pt>
                <c:pt idx="174">
                  <c:v>-18.021518558128435</c:v>
                </c:pt>
                <c:pt idx="175">
                  <c:v>-30</c:v>
                </c:pt>
                <c:pt idx="176">
                  <c:v>-18.021518558128314</c:v>
                </c:pt>
                <c:pt idx="177">
                  <c:v>-12.018075196787395</c:v>
                </c:pt>
                <c:pt idx="178">
                  <c:v>-8.5248744578096414</c:v>
                </c:pt>
                <c:pt idx="179">
                  <c:v>-6.066237580983648</c:v>
                </c:pt>
                <c:pt idx="180">
                  <c:v>-4.1797528049995849</c:v>
                </c:pt>
                <c:pt idx="181">
                  <c:v>-2.6595043984843105</c:v>
                </c:pt>
                <c:pt idx="182">
                  <c:v>-1.3957093860891363</c:v>
                </c:pt>
                <c:pt idx="183">
                  <c:v>-0.3228993768486601</c:v>
                </c:pt>
                <c:pt idx="184">
                  <c:v>0.60108846305913832</c:v>
                </c:pt>
                <c:pt idx="185">
                  <c:v>1.4049736191803004</c:v>
                </c:pt>
                <c:pt idx="186">
                  <c:v>2.1091679996868895</c:v>
                </c:pt>
                <c:pt idx="187">
                  <c:v>2.7286666877635932</c:v>
                </c:pt>
                <c:pt idx="188">
                  <c:v>3.2747766735774544</c:v>
                </c:pt>
                <c:pt idx="189">
                  <c:v>3.756202059638384</c:v>
                </c:pt>
                <c:pt idx="190">
                  <c:v>4.1797528049995716</c:v>
                </c:pt>
                <c:pt idx="191">
                  <c:v>4.5508229826683886</c:v>
                </c:pt>
                <c:pt idx="192">
                  <c:v>4.8737223595170516</c:v>
                </c:pt>
                <c:pt idx="193">
                  <c:v>5.1519114457275341</c:v>
                </c:pt>
                <c:pt idx="194">
                  <c:v>5.388171086247878</c:v>
                </c:pt>
                <c:pt idx="195">
                  <c:v>5.5847264241798857</c:v>
                </c:pt>
                <c:pt idx="196">
                  <c:v>5.7433382041349788</c:v>
                </c:pt>
                <c:pt idx="197">
                  <c:v>5.8653700593252802</c:v>
                </c:pt>
                <c:pt idx="198">
                  <c:v>5.9518376158037878</c:v>
                </c:pt>
                <c:pt idx="199">
                  <c:v>6.0034433613410387</c:v>
                </c:pt>
                <c:pt idx="200">
                  <c:v>6.0205999132796242</c:v>
                </c:pt>
                <c:pt idx="201">
                  <c:v>6.0034433613410387</c:v>
                </c:pt>
                <c:pt idx="202">
                  <c:v>5.9518376158037887</c:v>
                </c:pt>
                <c:pt idx="203">
                  <c:v>5.8653700593252829</c:v>
                </c:pt>
                <c:pt idx="204">
                  <c:v>5.7433382041349814</c:v>
                </c:pt>
                <c:pt idx="205">
                  <c:v>5.5847264241798822</c:v>
                </c:pt>
                <c:pt idx="206">
                  <c:v>5.3881710862478762</c:v>
                </c:pt>
                <c:pt idx="207">
                  <c:v>5.1519114457275297</c:v>
                </c:pt>
                <c:pt idx="208">
                  <c:v>4.8737223595170649</c:v>
                </c:pt>
                <c:pt idx="209">
                  <c:v>4.5508229826683948</c:v>
                </c:pt>
                <c:pt idx="210">
                  <c:v>4.1797528049995778</c:v>
                </c:pt>
                <c:pt idx="211">
                  <c:v>3.7562020596383916</c:v>
                </c:pt>
                <c:pt idx="212">
                  <c:v>3.2747766735774486</c:v>
                </c:pt>
                <c:pt idx="213">
                  <c:v>2.7286666877635843</c:v>
                </c:pt>
                <c:pt idx="214">
                  <c:v>2.1091679996869002</c:v>
                </c:pt>
                <c:pt idx="215">
                  <c:v>1.4049736191803133</c:v>
                </c:pt>
                <c:pt idx="216">
                  <c:v>0.60108846305915087</c:v>
                </c:pt>
                <c:pt idx="217">
                  <c:v>-0.32289937684867309</c:v>
                </c:pt>
                <c:pt idx="218">
                  <c:v>-1.395709386089151</c:v>
                </c:pt>
                <c:pt idx="219">
                  <c:v>-2.6595043984842892</c:v>
                </c:pt>
                <c:pt idx="220">
                  <c:v>-4.17975280499956</c:v>
                </c:pt>
                <c:pt idx="221">
                  <c:v>-6.0662375809836124</c:v>
                </c:pt>
                <c:pt idx="222">
                  <c:v>-8.5248744578095987</c:v>
                </c:pt>
                <c:pt idx="223">
                  <c:v>-12.018075196787441</c:v>
                </c:pt>
                <c:pt idx="224">
                  <c:v>-18.021518558128435</c:v>
                </c:pt>
                <c:pt idx="225">
                  <c:v>-30</c:v>
                </c:pt>
                <c:pt idx="226">
                  <c:v>-18.021518558128619</c:v>
                </c:pt>
                <c:pt idx="227">
                  <c:v>-12.018075196787519</c:v>
                </c:pt>
                <c:pt idx="228">
                  <c:v>-8.5248744578095721</c:v>
                </c:pt>
                <c:pt idx="229">
                  <c:v>-6.0662375809836515</c:v>
                </c:pt>
                <c:pt idx="230">
                  <c:v>-4.1797528049995911</c:v>
                </c:pt>
                <c:pt idx="231">
                  <c:v>-2.6595043984842737</c:v>
                </c:pt>
                <c:pt idx="232">
                  <c:v>-1.3957093860891712</c:v>
                </c:pt>
                <c:pt idx="233">
                  <c:v>-0.32289937684866205</c:v>
                </c:pt>
                <c:pt idx="234">
                  <c:v>0.60108846305913644</c:v>
                </c:pt>
                <c:pt idx="235">
                  <c:v>1.4049736191803004</c:v>
                </c:pt>
                <c:pt idx="236">
                  <c:v>2.1091679996869077</c:v>
                </c:pt>
                <c:pt idx="237">
                  <c:v>2.7286666877635919</c:v>
                </c:pt>
                <c:pt idx="238">
                  <c:v>3.2747766735774393</c:v>
                </c:pt>
                <c:pt idx="239">
                  <c:v>3.7562020596383827</c:v>
                </c:pt>
                <c:pt idx="240">
                  <c:v>4.1797528049995716</c:v>
                </c:pt>
                <c:pt idx="241">
                  <c:v>4.5508229826683877</c:v>
                </c:pt>
                <c:pt idx="242">
                  <c:v>4.8737223595170596</c:v>
                </c:pt>
                <c:pt idx="243">
                  <c:v>5.1519114457275332</c:v>
                </c:pt>
                <c:pt idx="244">
                  <c:v>5.388171086247878</c:v>
                </c:pt>
                <c:pt idx="245">
                  <c:v>5.5847264241798786</c:v>
                </c:pt>
                <c:pt idx="246">
                  <c:v>5.7433382041349779</c:v>
                </c:pt>
                <c:pt idx="247">
                  <c:v>5.8653700593252847</c:v>
                </c:pt>
                <c:pt idx="248">
                  <c:v>5.9518376158037878</c:v>
                </c:pt>
                <c:pt idx="249">
                  <c:v>6.0034433613410387</c:v>
                </c:pt>
                <c:pt idx="250">
                  <c:v>6.0205999132796242</c:v>
                </c:pt>
                <c:pt idx="251">
                  <c:v>6.0034433613410387</c:v>
                </c:pt>
                <c:pt idx="252">
                  <c:v>5.9518376158037878</c:v>
                </c:pt>
                <c:pt idx="253">
                  <c:v>5.8653700593252829</c:v>
                </c:pt>
                <c:pt idx="254">
                  <c:v>5.7433382041349814</c:v>
                </c:pt>
                <c:pt idx="255">
                  <c:v>5.5847264241798777</c:v>
                </c:pt>
                <c:pt idx="256">
                  <c:v>5.3881710862478762</c:v>
                </c:pt>
                <c:pt idx="257">
                  <c:v>5.1519114457275306</c:v>
                </c:pt>
                <c:pt idx="258">
                  <c:v>4.8737223595170569</c:v>
                </c:pt>
                <c:pt idx="259">
                  <c:v>4.5508229826683948</c:v>
                </c:pt>
                <c:pt idx="260">
                  <c:v>4.1797528049995787</c:v>
                </c:pt>
                <c:pt idx="261">
                  <c:v>3.7562020596383929</c:v>
                </c:pt>
                <c:pt idx="262">
                  <c:v>3.2747766735774633</c:v>
                </c:pt>
                <c:pt idx="263">
                  <c:v>2.728666687763603</c:v>
                </c:pt>
                <c:pt idx="264">
                  <c:v>2.1091679996869197</c:v>
                </c:pt>
                <c:pt idx="265">
                  <c:v>1.4049736191802937</c:v>
                </c:pt>
                <c:pt idx="266">
                  <c:v>0.60108846305912933</c:v>
                </c:pt>
                <c:pt idx="267">
                  <c:v>-0.32289937684867009</c:v>
                </c:pt>
                <c:pt idx="268">
                  <c:v>-1.3957093860891487</c:v>
                </c:pt>
                <c:pt idx="269">
                  <c:v>-2.6595043984842852</c:v>
                </c:pt>
                <c:pt idx="270">
                  <c:v>-4.1797528049996497</c:v>
                </c:pt>
                <c:pt idx="271">
                  <c:v>-6.0662375809836089</c:v>
                </c:pt>
                <c:pt idx="272">
                  <c:v>-8.5248744578095099</c:v>
                </c:pt>
                <c:pt idx="273">
                  <c:v>-12.018075196787317</c:v>
                </c:pt>
                <c:pt idx="274">
                  <c:v>-18.021518558128189</c:v>
                </c:pt>
                <c:pt idx="275">
                  <c:v>-30</c:v>
                </c:pt>
                <c:pt idx="276">
                  <c:v>-18.021518558128374</c:v>
                </c:pt>
                <c:pt idx="277">
                  <c:v>-12.018075196787411</c:v>
                </c:pt>
                <c:pt idx="278">
                  <c:v>-8.5248744578095721</c:v>
                </c:pt>
                <c:pt idx="279">
                  <c:v>-6.0662375809836551</c:v>
                </c:pt>
                <c:pt idx="280">
                  <c:v>-4.1797528049995929</c:v>
                </c:pt>
                <c:pt idx="281">
                  <c:v>-2.6595043984842381</c:v>
                </c:pt>
                <c:pt idx="282">
                  <c:v>-1.3957093860891079</c:v>
                </c:pt>
                <c:pt idx="283">
                  <c:v>-0.32289937684869108</c:v>
                </c:pt>
                <c:pt idx="284">
                  <c:v>0.60108846305911134</c:v>
                </c:pt>
                <c:pt idx="285">
                  <c:v>1.4049736191802773</c:v>
                </c:pt>
                <c:pt idx="286">
                  <c:v>2.1091679996869046</c:v>
                </c:pt>
                <c:pt idx="287">
                  <c:v>2.7286666877635906</c:v>
                </c:pt>
                <c:pt idx="288">
                  <c:v>3.2747766735774526</c:v>
                </c:pt>
                <c:pt idx="289">
                  <c:v>3.7562020596383827</c:v>
                </c:pt>
                <c:pt idx="290">
                  <c:v>4.1797528049995698</c:v>
                </c:pt>
                <c:pt idx="291">
                  <c:v>4.5508229826683877</c:v>
                </c:pt>
                <c:pt idx="292">
                  <c:v>4.8737223595170667</c:v>
                </c:pt>
                <c:pt idx="293">
                  <c:v>5.1519114457275395</c:v>
                </c:pt>
                <c:pt idx="294">
                  <c:v>5.3881710862478833</c:v>
                </c:pt>
                <c:pt idx="295">
                  <c:v>5.5847264241798742</c:v>
                </c:pt>
                <c:pt idx="296">
                  <c:v>5.7433382041349734</c:v>
                </c:pt>
                <c:pt idx="297">
                  <c:v>5.8653700593252847</c:v>
                </c:pt>
                <c:pt idx="298">
                  <c:v>5.9518376158037878</c:v>
                </c:pt>
                <c:pt idx="299">
                  <c:v>6.0034433613410387</c:v>
                </c:pt>
                <c:pt idx="300">
                  <c:v>6.0205999132796242</c:v>
                </c:pt>
                <c:pt idx="301">
                  <c:v>6.0034433613410387</c:v>
                </c:pt>
                <c:pt idx="302">
                  <c:v>5.9518376158037896</c:v>
                </c:pt>
                <c:pt idx="303">
                  <c:v>5.8653700593252802</c:v>
                </c:pt>
                <c:pt idx="304">
                  <c:v>5.743338204134977</c:v>
                </c:pt>
                <c:pt idx="305">
                  <c:v>5.5847264241798777</c:v>
                </c:pt>
                <c:pt idx="306">
                  <c:v>5.3881710862478762</c:v>
                </c:pt>
                <c:pt idx="307">
                  <c:v>5.1519114457275457</c:v>
                </c:pt>
                <c:pt idx="308">
                  <c:v>4.8737223595170569</c:v>
                </c:pt>
                <c:pt idx="309">
                  <c:v>4.5508229826683957</c:v>
                </c:pt>
                <c:pt idx="310">
                  <c:v>4.1797528049995796</c:v>
                </c:pt>
                <c:pt idx="311">
                  <c:v>3.7562020596383929</c:v>
                </c:pt>
                <c:pt idx="312">
                  <c:v>3.2747766735774646</c:v>
                </c:pt>
                <c:pt idx="313">
                  <c:v>2.7286666877636048</c:v>
                </c:pt>
                <c:pt idx="314">
                  <c:v>2.1091679996868833</c:v>
                </c:pt>
                <c:pt idx="315">
                  <c:v>1.4049736191802953</c:v>
                </c:pt>
                <c:pt idx="316">
                  <c:v>0.60108846305913111</c:v>
                </c:pt>
                <c:pt idx="317">
                  <c:v>-0.3228993768486681</c:v>
                </c:pt>
                <c:pt idx="318">
                  <c:v>-1.3957093860891461</c:v>
                </c:pt>
                <c:pt idx="319">
                  <c:v>-2.6595043984842812</c:v>
                </c:pt>
                <c:pt idx="320">
                  <c:v>-4.179752804999552</c:v>
                </c:pt>
                <c:pt idx="321">
                  <c:v>-6.0662375809836044</c:v>
                </c:pt>
                <c:pt idx="322">
                  <c:v>-8.5248744578095099</c:v>
                </c:pt>
                <c:pt idx="323">
                  <c:v>-12.018075196787304</c:v>
                </c:pt>
                <c:pt idx="324">
                  <c:v>-18.021518558128189</c:v>
                </c:pt>
                <c:pt idx="325">
                  <c:v>-30</c:v>
                </c:pt>
                <c:pt idx="326">
                  <c:v>-18.021518558128374</c:v>
                </c:pt>
                <c:pt idx="327">
                  <c:v>-12.018075196787411</c:v>
                </c:pt>
                <c:pt idx="328">
                  <c:v>-8.5248744578095792</c:v>
                </c:pt>
                <c:pt idx="329">
                  <c:v>-6.0662375809836586</c:v>
                </c:pt>
                <c:pt idx="330">
                  <c:v>-4.1797528049995023</c:v>
                </c:pt>
                <c:pt idx="331">
                  <c:v>-2.6595043984843181</c:v>
                </c:pt>
                <c:pt idx="332">
                  <c:v>-1.3957093860891756</c:v>
                </c:pt>
                <c:pt idx="333">
                  <c:v>-0.32289937684869313</c:v>
                </c:pt>
                <c:pt idx="334">
                  <c:v>0.60108846305910946</c:v>
                </c:pt>
                <c:pt idx="335">
                  <c:v>1.4049736191803184</c:v>
                </c:pt>
                <c:pt idx="336">
                  <c:v>2.1091679996869046</c:v>
                </c:pt>
                <c:pt idx="337">
                  <c:v>2.7286666877635888</c:v>
                </c:pt>
                <c:pt idx="338">
                  <c:v>3.2747766735774513</c:v>
                </c:pt>
                <c:pt idx="339">
                  <c:v>3.7562020596383814</c:v>
                </c:pt>
                <c:pt idx="340">
                  <c:v>4.1797528049995698</c:v>
                </c:pt>
                <c:pt idx="341">
                  <c:v>4.5508229826684055</c:v>
                </c:pt>
                <c:pt idx="342">
                  <c:v>4.8737223595170667</c:v>
                </c:pt>
                <c:pt idx="343">
                  <c:v>5.1519114457275252</c:v>
                </c:pt>
                <c:pt idx="344">
                  <c:v>5.3881710862478718</c:v>
                </c:pt>
                <c:pt idx="345">
                  <c:v>5.5847264241798742</c:v>
                </c:pt>
                <c:pt idx="346">
                  <c:v>5.7433382041349814</c:v>
                </c:pt>
                <c:pt idx="347">
                  <c:v>5.8653700593252829</c:v>
                </c:pt>
                <c:pt idx="348">
                  <c:v>5.9518376158037878</c:v>
                </c:pt>
                <c:pt idx="349">
                  <c:v>6.0034433613410387</c:v>
                </c:pt>
                <c:pt idx="350">
                  <c:v>6.0205999132796242</c:v>
                </c:pt>
                <c:pt idx="351">
                  <c:v>6.0034433613410387</c:v>
                </c:pt>
                <c:pt idx="352">
                  <c:v>5.951837615803786</c:v>
                </c:pt>
                <c:pt idx="353">
                  <c:v>5.8653700593252802</c:v>
                </c:pt>
                <c:pt idx="354">
                  <c:v>5.7433382041349779</c:v>
                </c:pt>
                <c:pt idx="355">
                  <c:v>5.5847264241798893</c:v>
                </c:pt>
                <c:pt idx="356">
                  <c:v>5.3881710862478904</c:v>
                </c:pt>
                <c:pt idx="357">
                  <c:v>5.1519114457275315</c:v>
                </c:pt>
                <c:pt idx="358">
                  <c:v>4.8737223595170578</c:v>
                </c:pt>
                <c:pt idx="359">
                  <c:v>4.5508229826683957</c:v>
                </c:pt>
                <c:pt idx="360">
                  <c:v>4.1797528049995805</c:v>
                </c:pt>
                <c:pt idx="361">
                  <c:v>3.7562020596383938</c:v>
                </c:pt>
                <c:pt idx="362">
                  <c:v>3.2747766735774659</c:v>
                </c:pt>
                <c:pt idx="363">
                  <c:v>2.7286666877635724</c:v>
                </c:pt>
                <c:pt idx="364">
                  <c:v>2.1091679996868846</c:v>
                </c:pt>
                <c:pt idx="365">
                  <c:v>1.4049736191802953</c:v>
                </c:pt>
                <c:pt idx="366">
                  <c:v>0.60108846305913288</c:v>
                </c:pt>
                <c:pt idx="367">
                  <c:v>-0.32289937684860998</c:v>
                </c:pt>
                <c:pt idx="368">
                  <c:v>-1.3957093860891439</c:v>
                </c:pt>
                <c:pt idx="369">
                  <c:v>-2.6595043984842799</c:v>
                </c:pt>
                <c:pt idx="370">
                  <c:v>-4.1797528049995503</c:v>
                </c:pt>
                <c:pt idx="371">
                  <c:v>-6.0662375809836009</c:v>
                </c:pt>
                <c:pt idx="372">
                  <c:v>-8.5248744578095028</c:v>
                </c:pt>
                <c:pt idx="373">
                  <c:v>-12.018075196787304</c:v>
                </c:pt>
                <c:pt idx="374">
                  <c:v>-18.021518558128619</c:v>
                </c:pt>
                <c:pt idx="375">
                  <c:v>-30</c:v>
                </c:pt>
                <c:pt idx="376">
                  <c:v>-18.021518558128374</c:v>
                </c:pt>
                <c:pt idx="377">
                  <c:v>-12.018075196787425</c:v>
                </c:pt>
                <c:pt idx="378">
                  <c:v>-8.5248744578095863</c:v>
                </c:pt>
                <c:pt idx="379">
                  <c:v>-6.0662375809836631</c:v>
                </c:pt>
                <c:pt idx="380">
                  <c:v>-4.1797528049996</c:v>
                </c:pt>
                <c:pt idx="381">
                  <c:v>-2.6595043984843207</c:v>
                </c:pt>
                <c:pt idx="382">
                  <c:v>-1.3957093860891792</c:v>
                </c:pt>
                <c:pt idx="383">
                  <c:v>-0.32289937684869507</c:v>
                </c:pt>
                <c:pt idx="384">
                  <c:v>0.60108846305910768</c:v>
                </c:pt>
                <c:pt idx="385">
                  <c:v>1.4049736191803166</c:v>
                </c:pt>
                <c:pt idx="386">
                  <c:v>2.1091679996869033</c:v>
                </c:pt>
                <c:pt idx="387">
                  <c:v>2.7286666877635879</c:v>
                </c:pt>
                <c:pt idx="388">
                  <c:v>3.2747766735774504</c:v>
                </c:pt>
                <c:pt idx="389">
                  <c:v>3.7562020596383805</c:v>
                </c:pt>
                <c:pt idx="390">
                  <c:v>4.1797528049995902</c:v>
                </c:pt>
                <c:pt idx="391">
                  <c:v>4.5508229826683859</c:v>
                </c:pt>
                <c:pt idx="392">
                  <c:v>4.8737223595170489</c:v>
                </c:pt>
                <c:pt idx="393">
                  <c:v>5.1519114457275252</c:v>
                </c:pt>
                <c:pt idx="394">
                  <c:v>5.3881710862478718</c:v>
                </c:pt>
                <c:pt idx="395">
                  <c:v>5.584726424179884</c:v>
                </c:pt>
                <c:pt idx="396">
                  <c:v>5.7433382041349814</c:v>
                </c:pt>
                <c:pt idx="397">
                  <c:v>5.8653700593252829</c:v>
                </c:pt>
                <c:pt idx="398">
                  <c:v>5.9518376158037878</c:v>
                </c:pt>
                <c:pt idx="399">
                  <c:v>6.0034433613410387</c:v>
                </c:pt>
                <c:pt idx="400">
                  <c:v>6.0205999132796242</c:v>
                </c:pt>
                <c:pt idx="401">
                  <c:v>6.0034433613410387</c:v>
                </c:pt>
                <c:pt idx="402">
                  <c:v>5.951837615803786</c:v>
                </c:pt>
                <c:pt idx="403">
                  <c:v>5.8653700593252864</c:v>
                </c:pt>
                <c:pt idx="404">
                  <c:v>5.7433382041349859</c:v>
                </c:pt>
                <c:pt idx="405">
                  <c:v>5.5847264241798893</c:v>
                </c:pt>
                <c:pt idx="406">
                  <c:v>5.3881710862478771</c:v>
                </c:pt>
                <c:pt idx="407">
                  <c:v>5.1519114457275332</c:v>
                </c:pt>
                <c:pt idx="408">
                  <c:v>4.8737223595170578</c:v>
                </c:pt>
                <c:pt idx="409">
                  <c:v>4.5508229826683966</c:v>
                </c:pt>
                <c:pt idx="410">
                  <c:v>4.1797528049995805</c:v>
                </c:pt>
                <c:pt idx="411">
                  <c:v>3.7562020596383938</c:v>
                </c:pt>
                <c:pt idx="412">
                  <c:v>3.2747766735774371</c:v>
                </c:pt>
                <c:pt idx="413">
                  <c:v>2.7286666877635737</c:v>
                </c:pt>
                <c:pt idx="414">
                  <c:v>2.1091679996868864</c:v>
                </c:pt>
                <c:pt idx="415">
                  <c:v>1.4049736191803397</c:v>
                </c:pt>
                <c:pt idx="416">
                  <c:v>0.60108846305918329</c:v>
                </c:pt>
                <c:pt idx="417">
                  <c:v>-0.32289937684866404</c:v>
                </c:pt>
                <c:pt idx="418">
                  <c:v>-1.3957093860891416</c:v>
                </c:pt>
                <c:pt idx="419">
                  <c:v>-2.6595043984842759</c:v>
                </c:pt>
                <c:pt idx="420">
                  <c:v>-4.1797528049995476</c:v>
                </c:pt>
                <c:pt idx="421">
                  <c:v>-6.0662375809835964</c:v>
                </c:pt>
                <c:pt idx="422">
                  <c:v>-8.5248744578094975</c:v>
                </c:pt>
                <c:pt idx="423">
                  <c:v>-12.018075196787532</c:v>
                </c:pt>
                <c:pt idx="424">
                  <c:v>-18.021518558128619</c:v>
                </c:pt>
                <c:pt idx="425">
                  <c:v>-30</c:v>
                </c:pt>
                <c:pt idx="426">
                  <c:v>-18.021518558128435</c:v>
                </c:pt>
                <c:pt idx="427">
                  <c:v>-12.018075196787672</c:v>
                </c:pt>
                <c:pt idx="428">
                  <c:v>-8.5248744578095916</c:v>
                </c:pt>
                <c:pt idx="429">
                  <c:v>-6.0662375809836666</c:v>
                </c:pt>
                <c:pt idx="430">
                  <c:v>-4.1797528049996036</c:v>
                </c:pt>
                <c:pt idx="431">
                  <c:v>-2.659504398484323</c:v>
                </c:pt>
                <c:pt idx="432">
                  <c:v>-1.3957093860891803</c:v>
                </c:pt>
                <c:pt idx="433">
                  <c:v>-0.32289937684869707</c:v>
                </c:pt>
                <c:pt idx="434">
                  <c:v>0.60108846305915442</c:v>
                </c:pt>
                <c:pt idx="435">
                  <c:v>1.404973619180315</c:v>
                </c:pt>
                <c:pt idx="436">
                  <c:v>2.1091679996869015</c:v>
                </c:pt>
                <c:pt idx="437">
                  <c:v>2.7286666877635879</c:v>
                </c:pt>
                <c:pt idx="438">
                  <c:v>3.2747766735774486</c:v>
                </c:pt>
                <c:pt idx="439">
                  <c:v>3.7562020596383805</c:v>
                </c:pt>
                <c:pt idx="440">
                  <c:v>4.179752804999568</c:v>
                </c:pt>
                <c:pt idx="441">
                  <c:v>4.550822982668385</c:v>
                </c:pt>
                <c:pt idx="442">
                  <c:v>4.873722359517048</c:v>
                </c:pt>
                <c:pt idx="443">
                  <c:v>5.1519114457275244</c:v>
                </c:pt>
                <c:pt idx="444">
                  <c:v>5.3881710862478824</c:v>
                </c:pt>
                <c:pt idx="445">
                  <c:v>5.584726424179884</c:v>
                </c:pt>
                <c:pt idx="446">
                  <c:v>5.7433382041349814</c:v>
                </c:pt>
                <c:pt idx="447">
                  <c:v>5.8653700593252829</c:v>
                </c:pt>
                <c:pt idx="448">
                  <c:v>5.9518376158037878</c:v>
                </c:pt>
                <c:pt idx="449">
                  <c:v>6.0034433613410387</c:v>
                </c:pt>
                <c:pt idx="450">
                  <c:v>6.0205999132796242</c:v>
                </c:pt>
                <c:pt idx="451">
                  <c:v>6.0034433613410396</c:v>
                </c:pt>
                <c:pt idx="452">
                  <c:v>5.9518376158037896</c:v>
                </c:pt>
                <c:pt idx="453">
                  <c:v>5.8653700593252882</c:v>
                </c:pt>
                <c:pt idx="454">
                  <c:v>5.7433382041349859</c:v>
                </c:pt>
                <c:pt idx="455">
                  <c:v>5.5847264241798786</c:v>
                </c:pt>
                <c:pt idx="456">
                  <c:v>5.388171086247878</c:v>
                </c:pt>
                <c:pt idx="457">
                  <c:v>5.1519114457275332</c:v>
                </c:pt>
                <c:pt idx="458">
                  <c:v>4.8737223595170596</c:v>
                </c:pt>
                <c:pt idx="459">
                  <c:v>4.5508229826683975</c:v>
                </c:pt>
                <c:pt idx="460">
                  <c:v>4.1797528049995822</c:v>
                </c:pt>
                <c:pt idx="461">
                  <c:v>3.7562020596383707</c:v>
                </c:pt>
                <c:pt idx="462">
                  <c:v>3.274776673577438</c:v>
                </c:pt>
                <c:pt idx="463">
                  <c:v>2.7286666877636074</c:v>
                </c:pt>
                <c:pt idx="464">
                  <c:v>2.1091679996869241</c:v>
                </c:pt>
                <c:pt idx="465">
                  <c:v>1.4049736191803412</c:v>
                </c:pt>
                <c:pt idx="466">
                  <c:v>0.60108846305913644</c:v>
                </c:pt>
                <c:pt idx="467">
                  <c:v>-0.32289937684866205</c:v>
                </c:pt>
                <c:pt idx="468">
                  <c:v>-1.3957093860891407</c:v>
                </c:pt>
                <c:pt idx="469">
                  <c:v>-2.659504398484275</c:v>
                </c:pt>
                <c:pt idx="470">
                  <c:v>-4.179752804999544</c:v>
                </c:pt>
                <c:pt idx="471">
                  <c:v>-6.0662375809835929</c:v>
                </c:pt>
                <c:pt idx="472">
                  <c:v>-8.5248744578096538</c:v>
                </c:pt>
                <c:pt idx="473">
                  <c:v>-12.018075196787519</c:v>
                </c:pt>
                <c:pt idx="474">
                  <c:v>-18.021518558128619</c:v>
                </c:pt>
                <c:pt idx="475">
                  <c:v>-30</c:v>
                </c:pt>
                <c:pt idx="476">
                  <c:v>-18.021518558128925</c:v>
                </c:pt>
                <c:pt idx="477">
                  <c:v>-12.018075196787441</c:v>
                </c:pt>
                <c:pt idx="478">
                  <c:v>-8.5248744578095987</c:v>
                </c:pt>
                <c:pt idx="479">
                  <c:v>-6.0662375809836711</c:v>
                </c:pt>
                <c:pt idx="480">
                  <c:v>-4.1797528049996053</c:v>
                </c:pt>
                <c:pt idx="481">
                  <c:v>-2.6595043984843256</c:v>
                </c:pt>
                <c:pt idx="482">
                  <c:v>-1.3957093860891825</c:v>
                </c:pt>
                <c:pt idx="483">
                  <c:v>-0.322899376848643</c:v>
                </c:pt>
                <c:pt idx="484">
                  <c:v>0.60108846305915264</c:v>
                </c:pt>
                <c:pt idx="485">
                  <c:v>1.4049736191803133</c:v>
                </c:pt>
                <c:pt idx="486">
                  <c:v>2.1091679996869002</c:v>
                </c:pt>
                <c:pt idx="487">
                  <c:v>2.7286666877635524</c:v>
                </c:pt>
                <c:pt idx="488">
                  <c:v>3.2747766735774486</c:v>
                </c:pt>
                <c:pt idx="489">
                  <c:v>3.7562020596383787</c:v>
                </c:pt>
                <c:pt idx="490">
                  <c:v>4.179752804999568</c:v>
                </c:pt>
                <c:pt idx="491">
                  <c:v>4.5508229826683841</c:v>
                </c:pt>
                <c:pt idx="492">
                  <c:v>4.873722359517048</c:v>
                </c:pt>
                <c:pt idx="493">
                  <c:v>5.1519114457275368</c:v>
                </c:pt>
                <c:pt idx="494">
                  <c:v>5.3881710862478815</c:v>
                </c:pt>
                <c:pt idx="495">
                  <c:v>5.5847264241798831</c:v>
                </c:pt>
                <c:pt idx="496">
                  <c:v>5.7433382041349814</c:v>
                </c:pt>
                <c:pt idx="497">
                  <c:v>5.8653700593252829</c:v>
                </c:pt>
                <c:pt idx="498">
                  <c:v>5.9518376158037878</c:v>
                </c:pt>
                <c:pt idx="499">
                  <c:v>6.0034433613410387</c:v>
                </c:pt>
                <c:pt idx="500">
                  <c:v>6.0205999132796242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8C9-4362-8DC9-CD0EE4F4E8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13112432"/>
        <c:axId val="1613109936"/>
      </c:scatterChart>
      <c:valAx>
        <c:axId val="1613112432"/>
        <c:scaling>
          <c:logBase val="10"/>
          <c:orientation val="minMax"/>
          <c:min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Frequency (Hz)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3109936"/>
        <c:crossesAt val="-30"/>
        <c:crossBetween val="midCat"/>
      </c:valAx>
      <c:valAx>
        <c:axId val="1613109936"/>
        <c:scaling>
          <c:orientation val="minMax"/>
          <c:min val="-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Magnitude (dB)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31124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06A3B-885D-47A2-BBBF-3C17C577BFA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1D951-C98B-42A2-8282-D55336F71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9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DecayGain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new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GainNode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(context,{gain:0})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LPFilter1.connect(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DecayGain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DecayGain.connect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aDelay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DriveNode.connect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aDelay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aDelay.connect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(LPFilter1)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DecayGain.connect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context.destination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 </a:t>
            </a:r>
          </a:p>
          <a:p>
            <a:endParaRPr lang="en-GB" dirty="0"/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DecayGain.connect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aDelay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DriveNode.connect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aDelay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aDelay.connect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(LPFilter1)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DecayGain.connect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context.destination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 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1D951-C98B-42A2-8282-D55336F714E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39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1D951-C98B-42A2-8282-D55336F714E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556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C369-C9E4-4520-BC56-88448E62B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52349-6B4C-488D-82E8-795C210AE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B1E6-828F-4F3E-AC34-57F72B63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AB28-6324-4226-A36E-54458130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829CE-6D1F-46B0-929E-FFFC0B56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74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DFDE-2A02-4852-881F-3B5B41DD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4ABC-C437-4947-A5F0-608FCA9F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213E3-F19B-446E-B43F-AF1BB97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41FB5-4915-4BF6-B0E6-73499246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D1732-BC26-4B72-A252-98BBB340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99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91FB-B9A3-482F-8FBC-4590E655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4089B-6073-428E-A790-EF055956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DA15-2BDD-4AF4-BA6D-750DB238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81FE-EDF7-4154-8325-45C59893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9DB88-078A-4423-8BA7-AC77FD9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1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6536-3BDB-4174-A20F-9A761DB8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1475-88FC-4509-A05F-6A64ACCBD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FB3A1-4FDC-40E2-8C37-87A43B022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2AA93-86A6-4927-8504-56DDF629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E3AB0-E3C1-494C-B1AD-4AA344D2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79DE5-21EF-43F4-B000-17E526EF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7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1886-43BB-4413-83B4-7807CFCE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6F641-550F-4949-86DC-3D02373B3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150EE-DD86-478E-88BA-CF92008AA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9D8D8-00E0-4C79-BD54-24BD0C44B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DE659-7815-43C6-BCCA-E1346ED89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DFD5B-CDBC-4952-ACFF-5D6F9882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FA037-5E9F-459A-B177-52BC910A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49AF8-F012-4163-9FFB-EF0401CE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08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C586-3A69-4708-9A07-B94A72CE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69554-0D2D-4D06-967C-E0BEB2AD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E7B4F-5ED1-47AF-B238-A84B1472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FE4FC-8EDE-4F38-8451-7A584937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04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FCA45-62D5-4233-B3F3-BD1CE2F6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C714D9-4002-4983-AF37-D4BE3FE0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87E2D-5C67-4F2B-A26C-B394E603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26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777F-332D-4B5B-810B-5C63C950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58529-C27E-4191-97FD-36D59D9B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1BA99-EB73-49F7-995F-E29024704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6F865-E293-4805-A8D2-4E3D7204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C81E1-1728-4DBC-972B-4147F320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701BE-A421-4C41-BBB7-4EC80ADE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8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5A17-30CD-4A84-B64E-6C24E104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52357-D1DE-44CC-8324-9C498B048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05E25-C97D-4CF1-83A7-2876F918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39255-7446-46FF-9DCD-64CB9914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7B610-3579-4CD1-82A3-C561709F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6EEBE-0B97-433E-AACA-6F0900AE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76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D960-DAC6-4331-A0FF-B8ADB879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CCB03-89EB-4ED3-91D2-61C67491F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910A7-EC15-4493-8B9F-26AC65E6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B288C-76E9-4876-BF75-1F9BABA3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A89EC-CC4D-4C45-9D50-42DB3704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177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59830-2398-40DA-B8C1-E466244D8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CDA4E-A5D9-4BAC-A2ED-5CAFD94B9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61D00-4B32-4CA8-812E-29589698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94240-6B49-4341-8F2D-BE59D3D0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A4876-50A8-4F44-A3C4-D5A4D171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74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8BE08-92CA-4E8E-AF4E-8DC96C92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B88EA-5F1B-4B32-BE85-E410E0434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C0FD3-C7BF-4C4E-B3F7-9AE57525F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5E260-054C-4638-8D97-401FEF531A6C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BBEC2-20CA-4DB5-9DB7-066F42C2A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DEF48-318D-40F6-87E5-5ED3EB0FB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88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B0266F-5591-1A35-A92C-35930DC0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350" y="365125"/>
            <a:ext cx="9823449" cy="574039"/>
          </a:xfrm>
        </p:spPr>
        <p:txBody>
          <a:bodyPr>
            <a:normAutofit fontScale="90000"/>
          </a:bodyPr>
          <a:lstStyle/>
          <a:p>
            <a:r>
              <a:rPr lang="en-US" dirty="0"/>
              <a:t>Plucked string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A28950-484A-6121-6EFF-21555AC6BAF8}"/>
              </a:ext>
            </a:extLst>
          </p:cNvPr>
          <p:cNvSpPr/>
          <p:nvPr/>
        </p:nvSpPr>
        <p:spPr>
          <a:xfrm>
            <a:off x="582750" y="5497987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35360A-93A2-65DC-663C-C1E677795E9A}"/>
              </a:ext>
            </a:extLst>
          </p:cNvPr>
          <p:cNvSpPr/>
          <p:nvPr/>
        </p:nvSpPr>
        <p:spPr>
          <a:xfrm>
            <a:off x="2188346" y="5497987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  <a:p>
            <a:pPr algn="ctr"/>
            <a:r>
              <a:rPr lang="en-GB" dirty="0"/>
              <a:t>Gain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C5EBA0-06D2-05F5-C6ED-8835CA25D76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698750" y="5821987"/>
            <a:ext cx="48959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35F33C-BA79-4AA7-4CBB-C62C61B36D71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 flipV="1">
            <a:off x="3304346" y="4871870"/>
            <a:ext cx="579624" cy="950117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A430868-9414-991D-9968-0A5480F695C5}"/>
              </a:ext>
            </a:extLst>
          </p:cNvPr>
          <p:cNvSpPr/>
          <p:nvPr/>
        </p:nvSpPr>
        <p:spPr>
          <a:xfrm>
            <a:off x="582750" y="4548996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Sawtooth</a:t>
            </a:r>
            <a:r>
              <a:rPr lang="en-GB" dirty="0"/>
              <a:t>	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6BDC19-07F9-97DD-DC5B-594700C6B1C0}"/>
              </a:ext>
            </a:extLst>
          </p:cNvPr>
          <p:cNvSpPr/>
          <p:nvPr/>
        </p:nvSpPr>
        <p:spPr>
          <a:xfrm>
            <a:off x="2188346" y="4548996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Sawtooth</a:t>
            </a:r>
          </a:p>
          <a:p>
            <a:pPr algn="ctr"/>
            <a:r>
              <a:rPr lang="en-GB" dirty="0"/>
              <a:t>Gain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C88542-6CC0-0F02-885C-417AEAB295DC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1698750" y="4872996"/>
            <a:ext cx="48959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5EE974-199C-8046-42FE-43392F5558B8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 flipV="1">
            <a:off x="3304346" y="4871870"/>
            <a:ext cx="579624" cy="112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CF37C9F-CA85-D694-C2A0-2FCB927EBEDB}"/>
              </a:ext>
            </a:extLst>
          </p:cNvPr>
          <p:cNvSpPr/>
          <p:nvPr/>
        </p:nvSpPr>
        <p:spPr>
          <a:xfrm>
            <a:off x="3883970" y="4547870"/>
            <a:ext cx="1056324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Envelope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DB7D8B-094F-BA7E-4025-43970FA1F22F}"/>
              </a:ext>
            </a:extLst>
          </p:cNvPr>
          <p:cNvSpPr/>
          <p:nvPr/>
        </p:nvSpPr>
        <p:spPr>
          <a:xfrm>
            <a:off x="5372294" y="4543912"/>
            <a:ext cx="828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2C83DC-DEED-3202-2CE2-ED5FBD26D9A3}"/>
              </a:ext>
            </a:extLst>
          </p:cNvPr>
          <p:cNvSpPr/>
          <p:nvPr/>
        </p:nvSpPr>
        <p:spPr>
          <a:xfrm>
            <a:off x="6988709" y="4540936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LPF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0AF4C3-315A-5E5A-9CF3-414B306A52D0}"/>
              </a:ext>
            </a:extLst>
          </p:cNvPr>
          <p:cNvSpPr/>
          <p:nvPr/>
        </p:nvSpPr>
        <p:spPr>
          <a:xfrm>
            <a:off x="10063613" y="4553062"/>
            <a:ext cx="126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destination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526BE1-6C35-67CF-56C8-49AEBD5019E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9489631" y="4877062"/>
            <a:ext cx="57398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19CFE43-885E-65A1-EAF2-F9E2174F6347}"/>
              </a:ext>
            </a:extLst>
          </p:cNvPr>
          <p:cNvCxnSpPr>
            <a:cxnSpLocks/>
          </p:cNvCxnSpPr>
          <p:nvPr/>
        </p:nvCxnSpPr>
        <p:spPr>
          <a:xfrm flipV="1">
            <a:off x="4909942" y="4867912"/>
            <a:ext cx="516324" cy="3958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9FDF847-8C80-3764-F495-1EA03F158F83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6200294" y="4864936"/>
            <a:ext cx="788415" cy="297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16FAEAC-E7D1-5E83-B0E9-E4772F4C84CA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9139479" y="3811789"/>
            <a:ext cx="0" cy="729147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00CEB02-631A-3799-F6E0-112C6A9EF93F}"/>
              </a:ext>
            </a:extLst>
          </p:cNvPr>
          <p:cNvSpPr/>
          <p:nvPr/>
        </p:nvSpPr>
        <p:spPr>
          <a:xfrm>
            <a:off x="582750" y="3650933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8891DF-0342-6FE8-55AF-EF7F8097A065}"/>
              </a:ext>
            </a:extLst>
          </p:cNvPr>
          <p:cNvSpPr/>
          <p:nvPr/>
        </p:nvSpPr>
        <p:spPr>
          <a:xfrm>
            <a:off x="2188346" y="3650933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Sine</a:t>
            </a:r>
          </a:p>
          <a:p>
            <a:pPr algn="ctr"/>
            <a:r>
              <a:rPr lang="en-GB" dirty="0"/>
              <a:t>Gain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943160-07A4-74EA-7365-FD43EAC0D3A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1698750" y="3974933"/>
            <a:ext cx="48959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199996-88DC-04E6-DBA4-CA4048D1E75B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>
            <a:off x="3304346" y="3974933"/>
            <a:ext cx="579624" cy="896937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89ADE6-65E6-4C16-1088-9B8ADF7FD15A}"/>
              </a:ext>
            </a:extLst>
          </p:cNvPr>
          <p:cNvCxnSpPr>
            <a:cxnSpLocks/>
          </p:cNvCxnSpPr>
          <p:nvPr/>
        </p:nvCxnSpPr>
        <p:spPr>
          <a:xfrm>
            <a:off x="5069393" y="3362220"/>
            <a:ext cx="0" cy="3155183"/>
          </a:xfrm>
          <a:prstGeom prst="straightConnector1">
            <a:avLst/>
          </a:prstGeom>
          <a:ln w="3175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3722E25-CE8C-08FC-7D19-5FDAD800316F}"/>
              </a:ext>
            </a:extLst>
          </p:cNvPr>
          <p:cNvSpPr txBox="1"/>
          <p:nvPr/>
        </p:nvSpPr>
        <p:spPr>
          <a:xfrm>
            <a:off x="1410473" y="3012855"/>
            <a:ext cx="1555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Excitation</a:t>
            </a:r>
            <a:endParaRPr lang="en-GB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DD9C8E-D3EB-C89C-7CD0-22E6AF5EC0D7}"/>
              </a:ext>
            </a:extLst>
          </p:cNvPr>
          <p:cNvSpPr txBox="1"/>
          <p:nvPr/>
        </p:nvSpPr>
        <p:spPr>
          <a:xfrm>
            <a:off x="6960105" y="3012855"/>
            <a:ext cx="1555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Waveguide</a:t>
            </a:r>
            <a:endParaRPr lang="en-GB" i="1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9DD345E-A6DF-A3B2-9A78-70B05EF3F496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>
            <a:off x="8068709" y="4864936"/>
            <a:ext cx="62077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9E0928B-17B4-908A-2513-7E0B5086D4FC}"/>
              </a:ext>
            </a:extLst>
          </p:cNvPr>
          <p:cNvSpPr/>
          <p:nvPr/>
        </p:nvSpPr>
        <p:spPr>
          <a:xfrm>
            <a:off x="8689479" y="4540936"/>
            <a:ext cx="90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Decay Gain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EC52057-8907-823C-1AB0-4ABC6BC3D0C3}"/>
              </a:ext>
            </a:extLst>
          </p:cNvPr>
          <p:cNvCxnSpPr>
            <a:cxnSpLocks/>
          </p:cNvCxnSpPr>
          <p:nvPr/>
        </p:nvCxnSpPr>
        <p:spPr>
          <a:xfrm flipH="1">
            <a:off x="5783734" y="3811789"/>
            <a:ext cx="3355745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21905E5-2897-E164-D968-673BD7372C61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786294" y="3811789"/>
            <a:ext cx="0" cy="73212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024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BE72-7A3B-7615-3C65-8FBCFFF0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3700C4-F680-0CFD-3A37-CCFD0951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Guitar pluck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CFCF52-676B-4BC8-43B1-DE52E70F6EDF}"/>
              </a:ext>
            </a:extLst>
          </p:cNvPr>
          <p:cNvSpPr/>
          <p:nvPr/>
        </p:nvSpPr>
        <p:spPr>
          <a:xfrm>
            <a:off x="582750" y="2070454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709A0A-0C51-2037-B5C7-30313B545A6B}"/>
              </a:ext>
            </a:extLst>
          </p:cNvPr>
          <p:cNvSpPr/>
          <p:nvPr/>
        </p:nvSpPr>
        <p:spPr>
          <a:xfrm>
            <a:off x="2188346" y="2070454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  <a:p>
            <a:pPr algn="ctr"/>
            <a:r>
              <a:rPr lang="en-GB" dirty="0"/>
              <a:t>Gain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E2B021-9A3D-CBD1-B00A-9B6159142B7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698750" y="2394454"/>
            <a:ext cx="48959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7B58CB-077F-5014-23F6-761331B0B08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3304346" y="2394454"/>
            <a:ext cx="579624" cy="66766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9404B45-4BBC-7B9D-F5FD-3157251BDDC3}"/>
              </a:ext>
            </a:extLst>
          </p:cNvPr>
          <p:cNvSpPr/>
          <p:nvPr/>
        </p:nvSpPr>
        <p:spPr>
          <a:xfrm>
            <a:off x="582750" y="3357226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r>
              <a:rPr lang="en-GB" dirty="0" err="1"/>
              <a:t>haracter</a:t>
            </a:r>
            <a:r>
              <a:rPr lang="en-GB" dirty="0"/>
              <a:t>	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21FA1-59E0-7278-6D9D-C8BC602CB42E}"/>
              </a:ext>
            </a:extLst>
          </p:cNvPr>
          <p:cNvSpPr/>
          <p:nvPr/>
        </p:nvSpPr>
        <p:spPr>
          <a:xfrm>
            <a:off x="2188346" y="3357226"/>
            <a:ext cx="111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Character</a:t>
            </a:r>
          </a:p>
          <a:p>
            <a:pPr algn="ctr"/>
            <a:r>
              <a:rPr lang="en-GB" dirty="0"/>
              <a:t>Gain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5DA94A-73B9-8F1E-A7D7-0B0C11DB156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1698750" y="3681226"/>
            <a:ext cx="48959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A20D8A-8C45-D1FB-4545-9BC5F19A3D82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 flipV="1">
            <a:off x="3304346" y="3062120"/>
            <a:ext cx="579624" cy="61910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3F85-1D7C-FAB8-F5F3-2C620063B6B2}"/>
              </a:ext>
            </a:extLst>
          </p:cNvPr>
          <p:cNvSpPr/>
          <p:nvPr/>
        </p:nvSpPr>
        <p:spPr>
          <a:xfrm>
            <a:off x="3883970" y="2738120"/>
            <a:ext cx="972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Pluck</a:t>
            </a:r>
          </a:p>
          <a:p>
            <a:pPr algn="ctr"/>
            <a:r>
              <a:rPr lang="en-GB" dirty="0"/>
              <a:t>Damper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A40771-A9B0-9FFE-A985-E8389160220A}"/>
              </a:ext>
            </a:extLst>
          </p:cNvPr>
          <p:cNvSpPr/>
          <p:nvPr/>
        </p:nvSpPr>
        <p:spPr>
          <a:xfrm>
            <a:off x="5372294" y="2734162"/>
            <a:ext cx="828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8EB1A2-6315-FFB0-B726-CD2B7129DBD9}"/>
              </a:ext>
            </a:extLst>
          </p:cNvPr>
          <p:cNvSpPr/>
          <p:nvPr/>
        </p:nvSpPr>
        <p:spPr>
          <a:xfrm>
            <a:off x="8589631" y="2743312"/>
            <a:ext cx="90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297845-6383-5A2E-34E7-0F39930007E7}"/>
              </a:ext>
            </a:extLst>
          </p:cNvPr>
          <p:cNvSpPr/>
          <p:nvPr/>
        </p:nvSpPr>
        <p:spPr>
          <a:xfrm>
            <a:off x="6988709" y="1974349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Feedback</a:t>
            </a:r>
          </a:p>
          <a:p>
            <a:pPr algn="ctr"/>
            <a:r>
              <a:rPr lang="en-GB" dirty="0"/>
              <a:t>Delay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7753CE-83E1-BD72-AFB8-0DC6A5610C08}"/>
              </a:ext>
            </a:extLst>
          </p:cNvPr>
          <p:cNvSpPr/>
          <p:nvPr/>
        </p:nvSpPr>
        <p:spPr>
          <a:xfrm>
            <a:off x="10063613" y="2743312"/>
            <a:ext cx="126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destination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EB404C-8CF6-CDB9-CEA5-4C2206BA2D4D}"/>
              </a:ext>
            </a:extLst>
          </p:cNvPr>
          <p:cNvCxnSpPr>
            <a:cxnSpLocks/>
            <a:stCxn id="24" idx="3"/>
            <a:endCxn id="29" idx="1"/>
          </p:cNvCxnSpPr>
          <p:nvPr/>
        </p:nvCxnSpPr>
        <p:spPr>
          <a:xfrm>
            <a:off x="9489631" y="3067312"/>
            <a:ext cx="57398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6667E17-6FBC-EEB6-9A94-4D22E518CD5C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4855970" y="3058162"/>
            <a:ext cx="516324" cy="3958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03F563-2933-6F30-3505-8DA96E4DEF98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>
            <a:off x="8068709" y="2298349"/>
            <a:ext cx="520922" cy="76896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90B7AF5-1B28-A0A9-DDA7-4F170CCC9824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6200294" y="2298349"/>
            <a:ext cx="788415" cy="75981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24F2816-8D1B-FCC6-12E5-0A18BE9196F3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6200294" y="3058162"/>
            <a:ext cx="2389337" cy="915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78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0D6E-B1BC-349A-BBFC-0959A3EC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3B9B-2CD2-FF66-619B-71A70248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62" y="0"/>
            <a:ext cx="9175865" cy="94346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C1518-FC9C-A674-2370-630D06D5E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86" y="502920"/>
            <a:ext cx="10515600" cy="5852159"/>
          </a:xfrm>
        </p:spPr>
        <p:txBody>
          <a:bodyPr/>
          <a:lstStyle/>
          <a:p>
            <a:r>
              <a:rPr lang="en-US" dirty="0"/>
              <a:t>STK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FAUST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D676E3-23D6-12B3-1754-0EBED5F45961}"/>
              </a:ext>
            </a:extLst>
          </p:cNvPr>
          <p:cNvSpPr/>
          <p:nvPr/>
        </p:nvSpPr>
        <p:spPr>
          <a:xfrm>
            <a:off x="2957098" y="2723483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 gain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C7A20B-39A5-5389-F67D-80A1D5A4C9EF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4010265" y="3047483"/>
            <a:ext cx="628368" cy="394964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31C0E5-D2E8-F9BB-994D-6048E2C23EAC}"/>
              </a:ext>
            </a:extLst>
          </p:cNvPr>
          <p:cNvCxnSpPr>
            <a:cxnSpLocks/>
          </p:cNvCxnSpPr>
          <p:nvPr/>
        </p:nvCxnSpPr>
        <p:spPr>
          <a:xfrm flipH="1">
            <a:off x="6857477" y="2260034"/>
            <a:ext cx="105917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D1CBA7-3297-EE40-1CE5-78FAD9E776F2}"/>
              </a:ext>
            </a:extLst>
          </p:cNvPr>
          <p:cNvCxnSpPr>
            <a:cxnSpLocks/>
            <a:stCxn id="19" idx="0"/>
            <a:endCxn id="26" idx="2"/>
          </p:cNvCxnSpPr>
          <p:nvPr/>
        </p:nvCxnSpPr>
        <p:spPr>
          <a:xfrm flipV="1">
            <a:off x="5180125" y="3766447"/>
            <a:ext cx="19878" cy="86921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97EBD-5EC8-B396-CBF7-54028041AB63}"/>
              </a:ext>
            </a:extLst>
          </p:cNvPr>
          <p:cNvSpPr/>
          <p:nvPr/>
        </p:nvSpPr>
        <p:spPr>
          <a:xfrm>
            <a:off x="1332181" y="2723483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 source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A81E16-A3CB-11F2-F1B1-C93C2BACA4DE}"/>
              </a:ext>
            </a:extLst>
          </p:cNvPr>
          <p:cNvCxnSpPr>
            <a:cxnSpLocks/>
            <a:stCxn id="14" idx="3"/>
            <a:endCxn id="4" idx="1"/>
          </p:cNvCxnSpPr>
          <p:nvPr/>
        </p:nvCxnSpPr>
        <p:spPr>
          <a:xfrm>
            <a:off x="2454921" y="3047483"/>
            <a:ext cx="502177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96CECA3-B8C5-D9F8-BE52-A9385EC84C10}"/>
              </a:ext>
            </a:extLst>
          </p:cNvPr>
          <p:cNvSpPr/>
          <p:nvPr/>
        </p:nvSpPr>
        <p:spPr>
          <a:xfrm>
            <a:off x="2957098" y="4635657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Vibrato gain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02B20C-E462-54A0-30BD-18A1F2B56E05}"/>
              </a:ext>
            </a:extLst>
          </p:cNvPr>
          <p:cNvSpPr/>
          <p:nvPr/>
        </p:nvSpPr>
        <p:spPr>
          <a:xfrm>
            <a:off x="1292043" y="4635657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Vibrato oscillator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88CBD4-5175-E103-6A23-E77B1843DB88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>
            <a:off x="2414783" y="4959657"/>
            <a:ext cx="54231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F78DF86-838D-F903-9F64-B470FBCB7563}"/>
              </a:ext>
            </a:extLst>
          </p:cNvPr>
          <p:cNvSpPr/>
          <p:nvPr/>
        </p:nvSpPr>
        <p:spPr>
          <a:xfrm>
            <a:off x="4618755" y="4635657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Vibrato envelope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BA3A6E-8860-6EFF-F748-38FCEFF84765}"/>
              </a:ext>
            </a:extLst>
          </p:cNvPr>
          <p:cNvSpPr/>
          <p:nvPr/>
        </p:nvSpPr>
        <p:spPr>
          <a:xfrm>
            <a:off x="6303688" y="3114655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Reed table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67E91F-4608-2900-A2C4-260BA09FD82B}"/>
              </a:ext>
            </a:extLst>
          </p:cNvPr>
          <p:cNvSpPr/>
          <p:nvPr/>
        </p:nvSpPr>
        <p:spPr>
          <a:xfrm>
            <a:off x="9640127" y="1932324"/>
            <a:ext cx="135327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Nonlinearity node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3AE59-D929-F5BA-081B-70215EAC3357}"/>
              </a:ext>
            </a:extLst>
          </p:cNvPr>
          <p:cNvSpPr/>
          <p:nvPr/>
        </p:nvSpPr>
        <p:spPr>
          <a:xfrm>
            <a:off x="4638633" y="3118447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Breath pressure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930658-1835-4F9A-139B-F70C7B0BF41E}"/>
              </a:ext>
            </a:extLst>
          </p:cNvPr>
          <p:cNvSpPr/>
          <p:nvPr/>
        </p:nvSpPr>
        <p:spPr>
          <a:xfrm>
            <a:off x="2957098" y="3516066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Breath envelope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0D86319-757D-C7EB-3DA4-27F961BF2C7E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 flipV="1">
            <a:off x="4079838" y="3442447"/>
            <a:ext cx="558795" cy="397619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8B383E1-1670-4B7D-3018-BC2DDE9AC4DC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4079838" y="4959657"/>
            <a:ext cx="538917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8742755-497A-3B34-48CF-385E33746C8F}"/>
              </a:ext>
            </a:extLst>
          </p:cNvPr>
          <p:cNvCxnSpPr>
            <a:cxnSpLocks/>
          </p:cNvCxnSpPr>
          <p:nvPr/>
        </p:nvCxnSpPr>
        <p:spPr>
          <a:xfrm>
            <a:off x="10993397" y="2256324"/>
            <a:ext cx="66951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A3EEF-3D0E-D9B5-9807-66C573F9731E}"/>
              </a:ext>
            </a:extLst>
          </p:cNvPr>
          <p:cNvSpPr/>
          <p:nvPr/>
        </p:nvSpPr>
        <p:spPr>
          <a:xfrm>
            <a:off x="7916655" y="1932324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</a:t>
            </a: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F299329D-C46A-2D46-C7FE-7EAB7E4B01B8}"/>
              </a:ext>
            </a:extLst>
          </p:cNvPr>
          <p:cNvSpPr/>
          <p:nvPr/>
        </p:nvSpPr>
        <p:spPr>
          <a:xfrm>
            <a:off x="4946125" y="3782817"/>
            <a:ext cx="468000" cy="468000"/>
          </a:xfrm>
          <a:prstGeom prst="triangl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8523D93-187C-B86A-7695-3BAC3E8AB0B5}"/>
              </a:ext>
            </a:extLst>
          </p:cNvPr>
          <p:cNvCxnSpPr>
            <a:cxnSpLocks/>
            <a:stCxn id="26" idx="3"/>
            <a:endCxn id="24" idx="1"/>
          </p:cNvCxnSpPr>
          <p:nvPr/>
        </p:nvCxnSpPr>
        <p:spPr>
          <a:xfrm flipV="1">
            <a:off x="5761373" y="3438655"/>
            <a:ext cx="542315" cy="3792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943C749-2EF5-A269-5F9A-6583B37E17E5}"/>
              </a:ext>
            </a:extLst>
          </p:cNvPr>
          <p:cNvSpPr/>
          <p:nvPr/>
        </p:nvSpPr>
        <p:spPr>
          <a:xfrm>
            <a:off x="7916655" y="3105000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 line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DC0A924-F747-D85E-3E49-82A1832F2461}"/>
              </a:ext>
            </a:extLst>
          </p:cNvPr>
          <p:cNvCxnSpPr>
            <a:cxnSpLocks/>
            <a:stCxn id="24" idx="3"/>
            <a:endCxn id="52" idx="1"/>
          </p:cNvCxnSpPr>
          <p:nvPr/>
        </p:nvCxnSpPr>
        <p:spPr>
          <a:xfrm flipV="1">
            <a:off x="7426428" y="3429000"/>
            <a:ext cx="490227" cy="965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0DE5017-A1DB-FA3D-FA36-81FD14ABD33B}"/>
              </a:ext>
            </a:extLst>
          </p:cNvPr>
          <p:cNvCxnSpPr>
            <a:cxnSpLocks/>
            <a:stCxn id="52" idx="0"/>
            <a:endCxn id="43" idx="2"/>
          </p:cNvCxnSpPr>
          <p:nvPr/>
        </p:nvCxnSpPr>
        <p:spPr>
          <a:xfrm flipV="1">
            <a:off x="8478025" y="2580324"/>
            <a:ext cx="0" cy="52467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E3B8840-31C2-6E09-B448-448D29C88F7C}"/>
              </a:ext>
            </a:extLst>
          </p:cNvPr>
          <p:cNvCxnSpPr>
            <a:cxnSpLocks/>
            <a:stCxn id="43" idx="3"/>
            <a:endCxn id="25" idx="1"/>
          </p:cNvCxnSpPr>
          <p:nvPr/>
        </p:nvCxnSpPr>
        <p:spPr>
          <a:xfrm>
            <a:off x="9039395" y="2256324"/>
            <a:ext cx="60073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15D4242-96F4-19FF-4283-E8397F1B75B3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6849896" y="2256324"/>
            <a:ext cx="15162" cy="85833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8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BE84-A437-4567-84B4-F3462197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87" y="82887"/>
            <a:ext cx="5203232" cy="926198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DF3B0-4A6B-428F-8B0C-EBE3C3DDE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0" y="2898587"/>
            <a:ext cx="11645636" cy="3820777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GB" dirty="0"/>
              <a:t>Generate short excitation waveform (length </a:t>
            </a:r>
            <a:r>
              <a:rPr lang="en-GB" i="1" dirty="0"/>
              <a:t>L</a:t>
            </a:r>
            <a:r>
              <a:rPr lang="en-GB" dirty="0"/>
              <a:t> samples), typically noise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Excitation is output &amp; simultaneously fed back into delay line of </a:t>
            </a:r>
            <a:r>
              <a:rPr lang="en-GB" i="1" dirty="0"/>
              <a:t>L</a:t>
            </a:r>
            <a:r>
              <a:rPr lang="en-GB" dirty="0"/>
              <a:t> samples</a:t>
            </a:r>
          </a:p>
          <a:p>
            <a:pPr lvl="1"/>
            <a:r>
              <a:rPr lang="en-GB" dirty="0"/>
              <a:t>delay line acts to store one period of the signal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Output of delay line fed through filter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Filter gain must be less than 1 at all frequencies, to avoid unstable feedback loop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Filter typically a low order, lowpass filter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Filter characteristics mainly determine harmonic structure of decaying tone.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Filtered output simultaneously mixed back into output &amp; into delay 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7CE7B-073B-4B4C-B6CB-1F74FE2A3D52}"/>
              </a:ext>
            </a:extLst>
          </p:cNvPr>
          <p:cNvSpPr/>
          <p:nvPr/>
        </p:nvSpPr>
        <p:spPr>
          <a:xfrm>
            <a:off x="207424" y="1138138"/>
            <a:ext cx="51206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loops short waveform through filtered delay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183C86-065D-4B96-87CE-D649F05232EC}"/>
              </a:ext>
            </a:extLst>
          </p:cNvPr>
          <p:cNvSpPr/>
          <p:nvPr/>
        </p:nvSpPr>
        <p:spPr>
          <a:xfrm>
            <a:off x="5713280" y="1588442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  <a:p>
            <a:pPr algn="ctr"/>
            <a:r>
              <a:rPr lang="en-GB" dirty="0"/>
              <a:t>burst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DCCA2A-9C0D-440C-8806-B25AB93D76B0}"/>
              </a:ext>
            </a:extLst>
          </p:cNvPr>
          <p:cNvSpPr/>
          <p:nvPr/>
        </p:nvSpPr>
        <p:spPr>
          <a:xfrm>
            <a:off x="8949800" y="359521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6364A4-7F92-4697-A48C-DF85487C1FBF}"/>
              </a:ext>
            </a:extLst>
          </p:cNvPr>
          <p:cNvSpPr/>
          <p:nvPr/>
        </p:nvSpPr>
        <p:spPr>
          <a:xfrm>
            <a:off x="7319028" y="359521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Lowpass filter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39F41A-A26D-47E1-AD06-0AD0B1AF6F0B}"/>
              </a:ext>
            </a:extLst>
          </p:cNvPr>
          <p:cNvSpPr/>
          <p:nvPr/>
        </p:nvSpPr>
        <p:spPr>
          <a:xfrm>
            <a:off x="10246455" y="1588442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destination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BCEF84-7D97-4A6A-A8EA-3DD761F89243}"/>
              </a:ext>
            </a:extLst>
          </p:cNvPr>
          <p:cNvCxnSpPr>
            <a:cxnSpLocks/>
            <a:stCxn id="8" idx="3"/>
            <a:endCxn id="17" idx="2"/>
          </p:cNvCxnSpPr>
          <p:nvPr/>
        </p:nvCxnSpPr>
        <p:spPr>
          <a:xfrm>
            <a:off x="6836020" y="1912442"/>
            <a:ext cx="74415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FC9875-8BA7-4B46-BE05-A6E77BCA1A75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8399028" y="683521"/>
            <a:ext cx="55077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0D8BA7-E59B-4F3D-9DCC-BB3E2F361D39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9489800" y="1007521"/>
            <a:ext cx="0" cy="90492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280952-DC64-4034-94FC-03CEAB4A057D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flipH="1">
            <a:off x="7850176" y="1007521"/>
            <a:ext cx="8852" cy="63492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FAF31DE-AE6F-4497-99BF-7192C12AD9AB}"/>
              </a:ext>
            </a:extLst>
          </p:cNvPr>
          <p:cNvSpPr/>
          <p:nvPr/>
        </p:nvSpPr>
        <p:spPr>
          <a:xfrm>
            <a:off x="7580176" y="1642442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C538B4-444B-443A-BB5D-41012DB5D09F}"/>
              </a:ext>
            </a:extLst>
          </p:cNvPr>
          <p:cNvCxnSpPr>
            <a:cxnSpLocks/>
            <a:stCxn id="17" idx="6"/>
            <a:endCxn id="11" idx="1"/>
          </p:cNvCxnSpPr>
          <p:nvPr/>
        </p:nvCxnSpPr>
        <p:spPr>
          <a:xfrm>
            <a:off x="8120176" y="1912442"/>
            <a:ext cx="212627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68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21FB-6975-498F-88EE-3B047E430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3" y="185830"/>
            <a:ext cx="10515600" cy="961651"/>
          </a:xfrm>
        </p:spPr>
        <p:txBody>
          <a:bodyPr/>
          <a:lstStyle/>
          <a:p>
            <a:r>
              <a:rPr lang="en-GB" dirty="0"/>
              <a:t>Simple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B39FB-A08A-4FBE-8D9F-4B9DD8571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07" y="1147481"/>
            <a:ext cx="5682222" cy="3569659"/>
          </a:xfrm>
          <a:ln w="15875">
            <a:solidFill>
              <a:srgbClr val="0070C0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Tuning the string</a:t>
            </a:r>
          </a:p>
          <a:p>
            <a:r>
              <a:rPr lang="en-GB" sz="2400" i="1" dirty="0"/>
              <a:t>L</a:t>
            </a:r>
            <a:r>
              <a:rPr lang="en-GB" sz="2400" dirty="0"/>
              <a:t> is the number of samples of delay</a:t>
            </a:r>
          </a:p>
          <a:p>
            <a:r>
              <a:rPr lang="en-GB" sz="2400" dirty="0"/>
              <a:t>So delay time </a:t>
            </a:r>
            <a:r>
              <a:rPr lang="en-GB" sz="2400" i="1" dirty="0"/>
              <a:t>D</a:t>
            </a:r>
            <a:r>
              <a:rPr lang="en-GB" sz="2400" dirty="0"/>
              <a:t>=</a:t>
            </a:r>
            <a:r>
              <a:rPr lang="en-GB" sz="2400" i="1" dirty="0"/>
              <a:t>L</a:t>
            </a:r>
            <a:r>
              <a:rPr lang="en-GB" sz="2400" dirty="0"/>
              <a:t>/</a:t>
            </a:r>
            <a:r>
              <a:rPr lang="en-GB" sz="2400" i="1" dirty="0"/>
              <a:t>f</a:t>
            </a:r>
            <a:r>
              <a:rPr lang="en-GB" sz="2400" i="1" baseline="-25000" dirty="0"/>
              <a:t>s</a:t>
            </a:r>
          </a:p>
          <a:p>
            <a:pPr lvl="1"/>
            <a:r>
              <a:rPr lang="en-GB" sz="2000" i="1" dirty="0"/>
              <a:t>D</a:t>
            </a:r>
            <a:r>
              <a:rPr lang="en-GB" sz="2000" dirty="0"/>
              <a:t> is the period, i.e. time before it repeats</a:t>
            </a:r>
            <a:endParaRPr lang="en-GB" sz="2000" i="1" baseline="-25000" dirty="0"/>
          </a:p>
          <a:p>
            <a:r>
              <a:rPr lang="en-GB" sz="2400" dirty="0"/>
              <a:t>Fundamental frequency should be 1/</a:t>
            </a:r>
            <a:r>
              <a:rPr lang="en-GB" sz="2400" i="1" dirty="0"/>
              <a:t>D</a:t>
            </a:r>
          </a:p>
          <a:p>
            <a:r>
              <a:rPr lang="en-GB" sz="2400" dirty="0"/>
              <a:t>Want </a:t>
            </a:r>
            <a:r>
              <a:rPr lang="en-GB" sz="2400" i="1" dirty="0"/>
              <a:t>D</a:t>
            </a:r>
            <a:r>
              <a:rPr lang="en-GB" sz="2400" dirty="0"/>
              <a:t> very small</a:t>
            </a:r>
          </a:p>
          <a:p>
            <a:pPr lvl="1"/>
            <a:r>
              <a:rPr lang="en-GB" sz="2000" dirty="0"/>
              <a:t>10 </a:t>
            </a:r>
            <a:r>
              <a:rPr lang="en-GB" sz="2000" dirty="0" err="1"/>
              <a:t>ms</a:t>
            </a:r>
            <a:r>
              <a:rPr lang="en-GB" sz="2000" dirty="0"/>
              <a:t> </a:t>
            </a:r>
            <a:r>
              <a:rPr lang="en-GB" sz="2000" dirty="0">
                <a:sym typeface="Wingdings" panose="05000000000000000000" pitchFamily="2" charset="2"/>
              </a:rPr>
              <a:t> 100 Hz</a:t>
            </a:r>
          </a:p>
          <a:p>
            <a:pPr lvl="1"/>
            <a:r>
              <a:rPr lang="en-GB" sz="2000" dirty="0"/>
              <a:t>5 </a:t>
            </a:r>
            <a:r>
              <a:rPr lang="en-GB" sz="2000" dirty="0" err="1"/>
              <a:t>ms</a:t>
            </a:r>
            <a:r>
              <a:rPr lang="en-GB" sz="2000" dirty="0"/>
              <a:t> </a:t>
            </a:r>
            <a:r>
              <a:rPr lang="en-GB" sz="2000" dirty="0">
                <a:sym typeface="Wingdings" panose="05000000000000000000" pitchFamily="2" charset="2"/>
              </a:rPr>
              <a:t> 200 Hz</a:t>
            </a:r>
          </a:p>
          <a:p>
            <a:pPr lvl="1"/>
            <a:r>
              <a:rPr lang="en-GB" sz="2000" dirty="0">
                <a:sym typeface="Wingdings" panose="05000000000000000000" pitchFamily="2" charset="2"/>
              </a:rPr>
              <a:t>2 </a:t>
            </a:r>
            <a:r>
              <a:rPr lang="en-GB" sz="2000" dirty="0" err="1">
                <a:sym typeface="Wingdings" panose="05000000000000000000" pitchFamily="2" charset="2"/>
              </a:rPr>
              <a:t>ms</a:t>
            </a:r>
            <a:r>
              <a:rPr lang="en-GB" sz="2000" dirty="0">
                <a:sym typeface="Wingdings" panose="05000000000000000000" pitchFamily="2" charset="2"/>
              </a:rPr>
              <a:t>  500 Hz</a:t>
            </a:r>
            <a:endParaRPr lang="en-GB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E139A7-C469-4838-AF89-801E4BA5A76F}"/>
              </a:ext>
            </a:extLst>
          </p:cNvPr>
          <p:cNvSpPr/>
          <p:nvPr/>
        </p:nvSpPr>
        <p:spPr>
          <a:xfrm>
            <a:off x="1675812" y="4864454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0F0CAB-AFAF-40A4-9026-905018D5A4EC}"/>
              </a:ext>
            </a:extLst>
          </p:cNvPr>
          <p:cNvSpPr/>
          <p:nvPr/>
        </p:nvSpPr>
        <p:spPr>
          <a:xfrm>
            <a:off x="3476614" y="4864454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  <a:p>
            <a:pPr algn="ctr"/>
            <a:r>
              <a:rPr lang="en-GB" dirty="0"/>
              <a:t>Gain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579E85-9729-4BCD-982C-FC29AD94388A}"/>
              </a:ext>
            </a:extLst>
          </p:cNvPr>
          <p:cNvSpPr/>
          <p:nvPr/>
        </p:nvSpPr>
        <p:spPr>
          <a:xfrm>
            <a:off x="6940180" y="6024170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A6AA07-32AC-4A66-B6A8-1D9BB5F9A244}"/>
              </a:ext>
            </a:extLst>
          </p:cNvPr>
          <p:cNvSpPr/>
          <p:nvPr/>
        </p:nvSpPr>
        <p:spPr>
          <a:xfrm>
            <a:off x="5255622" y="6024170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Feedback</a:t>
            </a:r>
          </a:p>
          <a:p>
            <a:pPr algn="ctr"/>
            <a:r>
              <a:rPr lang="en-GB" dirty="0"/>
              <a:t>Gain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81F841-C57F-4CD3-8675-9313A2D8C05B}"/>
              </a:ext>
            </a:extLst>
          </p:cNvPr>
          <p:cNvSpPr/>
          <p:nvPr/>
        </p:nvSpPr>
        <p:spPr>
          <a:xfrm>
            <a:off x="8230859" y="4864454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destination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BF9F0D-BABE-432C-A432-91D5C9B6DEF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2971812" y="5188454"/>
            <a:ext cx="50480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400826-2090-494B-A685-E6E741375322}"/>
              </a:ext>
            </a:extLst>
          </p:cNvPr>
          <p:cNvCxnSpPr>
            <a:cxnSpLocks/>
            <a:stCxn id="13" idx="3"/>
            <a:endCxn id="22" idx="2"/>
          </p:cNvCxnSpPr>
          <p:nvPr/>
        </p:nvCxnSpPr>
        <p:spPr>
          <a:xfrm>
            <a:off x="4772614" y="5188454"/>
            <a:ext cx="74415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2C75BB-5EEF-4B50-AFA9-D59D65037D7A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flipH="1">
            <a:off x="6335622" y="6348170"/>
            <a:ext cx="604558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4CFA84-23D6-4C02-B0C3-843A2D1A639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480180" y="5188454"/>
            <a:ext cx="0" cy="83571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128EE5-0F38-4CF2-A1F0-4D04D690BF0F}"/>
              </a:ext>
            </a:extLst>
          </p:cNvPr>
          <p:cNvCxnSpPr>
            <a:cxnSpLocks/>
            <a:stCxn id="15" idx="0"/>
            <a:endCxn id="22" idx="4"/>
          </p:cNvCxnSpPr>
          <p:nvPr/>
        </p:nvCxnSpPr>
        <p:spPr>
          <a:xfrm flipH="1" flipV="1">
            <a:off x="5786770" y="5458454"/>
            <a:ext cx="8852" cy="56571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53B126C-0415-450A-881E-31BC2DC18952}"/>
              </a:ext>
            </a:extLst>
          </p:cNvPr>
          <p:cNvSpPr/>
          <p:nvPr/>
        </p:nvSpPr>
        <p:spPr>
          <a:xfrm>
            <a:off x="5516770" y="4918454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46F112-D4FA-4865-8162-E3577F490B74}"/>
              </a:ext>
            </a:extLst>
          </p:cNvPr>
          <p:cNvCxnSpPr>
            <a:cxnSpLocks/>
            <a:stCxn id="22" idx="6"/>
            <a:endCxn id="16" idx="1"/>
          </p:cNvCxnSpPr>
          <p:nvPr/>
        </p:nvCxnSpPr>
        <p:spPr>
          <a:xfrm>
            <a:off x="6056770" y="5188454"/>
            <a:ext cx="217408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D888A75-DDCC-49A7-81DE-0C9B8099AB33}"/>
              </a:ext>
            </a:extLst>
          </p:cNvPr>
          <p:cNvSpPr txBox="1"/>
          <p:nvPr/>
        </p:nvSpPr>
        <p:spPr>
          <a:xfrm>
            <a:off x="6096000" y="1670513"/>
            <a:ext cx="5790636" cy="1401409"/>
          </a:xfrm>
          <a:prstGeom prst="rect">
            <a:avLst/>
          </a:prstGeom>
          <a:noFill/>
          <a:ln w="158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replace filter with just feedback gain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have excitation decay over short time</a:t>
            </a:r>
          </a:p>
        </p:txBody>
      </p:sp>
    </p:spTree>
    <p:extLst>
      <p:ext uri="{BB962C8B-B14F-4D97-AF65-F5344CB8AC3E}">
        <p14:creationId xmlns:p14="http://schemas.microsoft.com/office/powerpoint/2010/main" val="722391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1E130-5B09-C1FB-D365-B6686A84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348F-6DF2-8642-9212-2E923143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KS from 1995 </a:t>
            </a:r>
            <a:r>
              <a:rPr lang="en-US" dirty="0" err="1"/>
              <a:t>Valimaki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FF0DB-C6CD-FDCE-44DF-32405043A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1B22BD-EE07-26A9-1626-C5D31AEC4263}"/>
              </a:ext>
            </a:extLst>
          </p:cNvPr>
          <p:cNvCxnSpPr>
            <a:cxnSpLocks/>
          </p:cNvCxnSpPr>
          <p:nvPr/>
        </p:nvCxnSpPr>
        <p:spPr>
          <a:xfrm flipH="1">
            <a:off x="1720206" y="1708010"/>
            <a:ext cx="3604416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E5B069-B491-C80D-E38C-74B1903E04AF}"/>
              </a:ext>
            </a:extLst>
          </p:cNvPr>
          <p:cNvCxnSpPr>
            <a:cxnSpLocks/>
          </p:cNvCxnSpPr>
          <p:nvPr/>
        </p:nvCxnSpPr>
        <p:spPr>
          <a:xfrm flipH="1" flipV="1">
            <a:off x="5324622" y="1708010"/>
            <a:ext cx="0" cy="411065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D926BA-C2E2-75B7-15D9-5385F259C092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720206" y="1708010"/>
            <a:ext cx="0" cy="41106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59F11DD-39E4-60BD-4FB5-DE7C6C940D2C}"/>
              </a:ext>
            </a:extLst>
          </p:cNvPr>
          <p:cNvSpPr/>
          <p:nvPr/>
        </p:nvSpPr>
        <p:spPr>
          <a:xfrm>
            <a:off x="2979413" y="2119075"/>
            <a:ext cx="112274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Loop filter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7457CF-BDFE-C0AE-10F5-9E1F799A88D1}"/>
              </a:ext>
            </a:extLst>
          </p:cNvPr>
          <p:cNvSpPr/>
          <p:nvPr/>
        </p:nvSpPr>
        <p:spPr>
          <a:xfrm>
            <a:off x="4703430" y="2119075"/>
            <a:ext cx="1296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A82362D-96E9-BF86-589F-A52DF4090677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4102153" y="2389075"/>
            <a:ext cx="601277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7A97ACA-38A1-C7E2-62E2-493A36064BF4}"/>
              </a:ext>
            </a:extLst>
          </p:cNvPr>
          <p:cNvSpPr/>
          <p:nvPr/>
        </p:nvSpPr>
        <p:spPr>
          <a:xfrm>
            <a:off x="1215350" y="2119075"/>
            <a:ext cx="112274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 line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9D234B3-E1DA-4495-6CB1-9E75AD3F0807}"/>
              </a:ext>
            </a:extLst>
          </p:cNvPr>
          <p:cNvCxnSpPr>
            <a:cxnSpLocks/>
            <a:stCxn id="29" idx="3"/>
            <a:endCxn id="20" idx="1"/>
          </p:cNvCxnSpPr>
          <p:nvPr/>
        </p:nvCxnSpPr>
        <p:spPr>
          <a:xfrm>
            <a:off x="2338090" y="2389075"/>
            <a:ext cx="641323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EE70907-8B22-9CF7-D30A-0C8A1C30FA83}"/>
              </a:ext>
            </a:extLst>
          </p:cNvPr>
          <p:cNvSpPr/>
          <p:nvPr/>
        </p:nvSpPr>
        <p:spPr>
          <a:xfrm>
            <a:off x="3266389" y="5160665"/>
            <a:ext cx="97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S(z)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945762-6788-55DC-250F-50F1B0600BC4}"/>
              </a:ext>
            </a:extLst>
          </p:cNvPr>
          <p:cNvSpPr/>
          <p:nvPr/>
        </p:nvSpPr>
        <p:spPr>
          <a:xfrm>
            <a:off x="4780432" y="5160665"/>
            <a:ext cx="97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  <a:r>
              <a:rPr lang="en-GB" dirty="0"/>
              <a:t>[n]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AAFEA93-D691-321D-94FD-4D00C1D9222A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4238389" y="5430665"/>
            <a:ext cx="542043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A855AA1-B6DB-0ED5-DDFC-8F6EE6ECB45A}"/>
              </a:ext>
            </a:extLst>
          </p:cNvPr>
          <p:cNvSpPr/>
          <p:nvPr/>
        </p:nvSpPr>
        <p:spPr>
          <a:xfrm>
            <a:off x="1752347" y="5160665"/>
            <a:ext cx="97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P(z)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506CAE-6940-8657-E864-A73A31BF327C}"/>
              </a:ext>
            </a:extLst>
          </p:cNvPr>
          <p:cNvCxnSpPr>
            <a:cxnSpLocks/>
            <a:stCxn id="41" idx="3"/>
            <a:endCxn id="38" idx="1"/>
          </p:cNvCxnSpPr>
          <p:nvPr/>
        </p:nvCxnSpPr>
        <p:spPr>
          <a:xfrm>
            <a:off x="2724347" y="5430665"/>
            <a:ext cx="54204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CCA9C37-9322-BB6C-C9EC-5A47EC7278BF}"/>
              </a:ext>
            </a:extLst>
          </p:cNvPr>
          <p:cNvSpPr/>
          <p:nvPr/>
        </p:nvSpPr>
        <p:spPr>
          <a:xfrm>
            <a:off x="238305" y="5160665"/>
            <a:ext cx="97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x[n]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AFA8A33-0C12-A731-1F28-FCD4B42D5DEB}"/>
              </a:ext>
            </a:extLst>
          </p:cNvPr>
          <p:cNvCxnSpPr>
            <a:cxnSpLocks/>
            <a:stCxn id="43" idx="3"/>
            <a:endCxn id="41" idx="1"/>
          </p:cNvCxnSpPr>
          <p:nvPr/>
        </p:nvCxnSpPr>
        <p:spPr>
          <a:xfrm>
            <a:off x="1210305" y="5430665"/>
            <a:ext cx="54204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6AE5D14-08E4-200E-DF59-5A911D4D84D2}"/>
              </a:ext>
            </a:extLst>
          </p:cNvPr>
          <p:cNvSpPr txBox="1"/>
          <p:nvPr/>
        </p:nvSpPr>
        <p:spPr>
          <a:xfrm>
            <a:off x="1598845" y="4517559"/>
            <a:ext cx="1279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Pluck point </a:t>
            </a:r>
          </a:p>
          <a:p>
            <a:r>
              <a:rPr lang="en-US" dirty="0" err="1"/>
              <a:t>equaliser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FD9770-5011-EA7C-8CB7-0BA5129AD0B9}"/>
              </a:ext>
            </a:extLst>
          </p:cNvPr>
          <p:cNvSpPr txBox="1"/>
          <p:nvPr/>
        </p:nvSpPr>
        <p:spPr>
          <a:xfrm>
            <a:off x="4859199" y="4656058"/>
            <a:ext cx="10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 </a:t>
            </a:r>
            <a:endParaRPr lang="en-GB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A22C11-ABC0-FDF6-02BC-CEEFFEE52954}"/>
              </a:ext>
            </a:extLst>
          </p:cNvPr>
          <p:cNvSpPr txBox="1"/>
          <p:nvPr/>
        </p:nvSpPr>
        <p:spPr>
          <a:xfrm>
            <a:off x="450600" y="4656058"/>
            <a:ext cx="10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 </a:t>
            </a:r>
            <a:endParaRPr lang="en-GB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C2981D-DC70-A1A3-ACDB-F45BA7429663}"/>
              </a:ext>
            </a:extLst>
          </p:cNvPr>
          <p:cNvSpPr txBox="1"/>
          <p:nvPr/>
        </p:nvSpPr>
        <p:spPr>
          <a:xfrm>
            <a:off x="3191655" y="4517559"/>
            <a:ext cx="78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  <a:p>
            <a:r>
              <a:rPr lang="en-US" dirty="0"/>
              <a:t>model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6982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18075-B43C-AF88-B7FB-D535D214D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4015-D8D5-2B77-0E1C-83BB11C9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Smith 1992, fig 3</a:t>
            </a:r>
            <a:br>
              <a:rPr lang="en-US" dirty="0"/>
            </a:br>
            <a:r>
              <a:rPr lang="en-US" dirty="0"/>
              <a:t>Ideal lossless waveguide with </a:t>
            </a:r>
            <a:r>
              <a:rPr lang="en-US"/>
              <a:t>observation points at </a:t>
            </a:r>
            <a:r>
              <a:rPr lang="en-US" i="1"/>
              <a:t>x</a:t>
            </a:r>
            <a:r>
              <a:rPr lang="en-US"/>
              <a:t>=0 and </a:t>
            </a:r>
            <a:r>
              <a:rPr lang="en-US" i="1"/>
              <a:t>x</a:t>
            </a:r>
            <a:r>
              <a:rPr lang="en-US"/>
              <a:t>= 3</a:t>
            </a:r>
            <a:r>
              <a:rPr lang="en-US" i="1"/>
              <a:t>X</a:t>
            </a:r>
            <a:r>
              <a:rPr lang="en-US"/>
              <a:t>=3</a:t>
            </a:r>
            <a:r>
              <a:rPr lang="en-US" i="1"/>
              <a:t>cT</a:t>
            </a:r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82A6A8-CC31-16FC-8F5E-4C2A17B27027}"/>
              </a:ext>
            </a:extLst>
          </p:cNvPr>
          <p:cNvSpPr/>
          <p:nvPr/>
        </p:nvSpPr>
        <p:spPr>
          <a:xfrm>
            <a:off x="7156926" y="3373066"/>
            <a:ext cx="61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z</a:t>
            </a:r>
            <a:r>
              <a:rPr lang="en-US" sz="2400" baseline="30000" dirty="0"/>
              <a:t>-1</a:t>
            </a:r>
            <a:endParaRPr lang="en-GB" sz="2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CF998DF-CA16-C422-0C17-47C9E342CDFE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7768926" y="3643066"/>
            <a:ext cx="902043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D08A6AD-B29A-D9B0-8FF6-1CCDB9526AAE}"/>
              </a:ext>
            </a:extLst>
          </p:cNvPr>
          <p:cNvSpPr/>
          <p:nvPr/>
        </p:nvSpPr>
        <p:spPr>
          <a:xfrm>
            <a:off x="5642884" y="3373066"/>
            <a:ext cx="61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z</a:t>
            </a:r>
            <a:r>
              <a:rPr lang="en-US" sz="2400" baseline="30000" dirty="0"/>
              <a:t>-1</a:t>
            </a:r>
            <a:endParaRPr lang="en-GB" sz="24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5E92D5E-2F16-05B8-EA6F-669DE5AA931C}"/>
              </a:ext>
            </a:extLst>
          </p:cNvPr>
          <p:cNvCxnSpPr>
            <a:cxnSpLocks/>
            <a:stCxn id="41" idx="3"/>
            <a:endCxn id="38" idx="1"/>
          </p:cNvCxnSpPr>
          <p:nvPr/>
        </p:nvCxnSpPr>
        <p:spPr>
          <a:xfrm>
            <a:off x="6254884" y="3643066"/>
            <a:ext cx="90204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13C4D83-EC8C-63D7-3E9A-2A442FE6F124}"/>
              </a:ext>
            </a:extLst>
          </p:cNvPr>
          <p:cNvSpPr/>
          <p:nvPr/>
        </p:nvSpPr>
        <p:spPr>
          <a:xfrm>
            <a:off x="4128842" y="3373066"/>
            <a:ext cx="61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z</a:t>
            </a:r>
            <a:r>
              <a:rPr lang="en-US" sz="2400" baseline="30000" dirty="0"/>
              <a:t>-1</a:t>
            </a:r>
            <a:endParaRPr lang="en-GB" sz="24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0BB03A3-F7D3-5BCA-0803-2962901C7F74}"/>
              </a:ext>
            </a:extLst>
          </p:cNvPr>
          <p:cNvCxnSpPr>
            <a:cxnSpLocks/>
            <a:stCxn id="43" idx="3"/>
            <a:endCxn id="41" idx="1"/>
          </p:cNvCxnSpPr>
          <p:nvPr/>
        </p:nvCxnSpPr>
        <p:spPr>
          <a:xfrm>
            <a:off x="4740842" y="3643066"/>
            <a:ext cx="90204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67825A7-9D17-D7D5-F44A-1BFC67EA98F0}"/>
              </a:ext>
            </a:extLst>
          </p:cNvPr>
          <p:cNvSpPr txBox="1"/>
          <p:nvPr/>
        </p:nvSpPr>
        <p:spPr>
          <a:xfrm>
            <a:off x="2806943" y="2829053"/>
            <a:ext cx="772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+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56569-100C-ADC2-A7E1-74243D125AE7}"/>
              </a:ext>
            </a:extLst>
          </p:cNvPr>
          <p:cNvSpPr txBox="1"/>
          <p:nvPr/>
        </p:nvSpPr>
        <p:spPr>
          <a:xfrm>
            <a:off x="6229432" y="2815806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+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-2]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CFAF-EBFA-2557-E0BE-A3E5502796E4}"/>
              </a:ext>
            </a:extLst>
          </p:cNvPr>
          <p:cNvSpPr txBox="1"/>
          <p:nvPr/>
        </p:nvSpPr>
        <p:spPr>
          <a:xfrm>
            <a:off x="4686354" y="2852959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+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-1]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E1F7F-476B-6DCE-3411-29C466DAF520}"/>
              </a:ext>
            </a:extLst>
          </p:cNvPr>
          <p:cNvSpPr txBox="1"/>
          <p:nvPr/>
        </p:nvSpPr>
        <p:spPr>
          <a:xfrm>
            <a:off x="8537819" y="2852959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+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-3]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EDAAE-AC03-3326-738D-1E538AC31EE0}"/>
              </a:ext>
            </a:extLst>
          </p:cNvPr>
          <p:cNvSpPr txBox="1"/>
          <p:nvPr/>
        </p:nvSpPr>
        <p:spPr>
          <a:xfrm>
            <a:off x="2806943" y="5079502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-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2F2D9-00C2-BB70-4D94-72643DB2ABFD}"/>
              </a:ext>
            </a:extLst>
          </p:cNvPr>
          <p:cNvSpPr txBox="1"/>
          <p:nvPr/>
        </p:nvSpPr>
        <p:spPr>
          <a:xfrm>
            <a:off x="6232639" y="5066255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-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+2]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31C4FA-303D-FCEB-C433-04C04CD91825}"/>
              </a:ext>
            </a:extLst>
          </p:cNvPr>
          <p:cNvSpPr txBox="1"/>
          <p:nvPr/>
        </p:nvSpPr>
        <p:spPr>
          <a:xfrm>
            <a:off x="4623837" y="5103408"/>
            <a:ext cx="1111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 y</a:t>
            </a:r>
            <a:r>
              <a:rPr lang="en-US" sz="2400" baseline="30000" dirty="0"/>
              <a:t>-</a:t>
            </a:r>
            <a:r>
              <a:rPr lang="en-US" sz="2400" dirty="0"/>
              <a:t>[</a:t>
            </a:r>
            <a:r>
              <a:rPr lang="en-US" sz="2400" i="1" dirty="0"/>
              <a:t>n+</a:t>
            </a:r>
            <a:r>
              <a:rPr lang="en-US" sz="2400" dirty="0"/>
              <a:t>1]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0FC9D7-9472-41A2-2684-C931138CF309}"/>
              </a:ext>
            </a:extLst>
          </p:cNvPr>
          <p:cNvSpPr txBox="1"/>
          <p:nvPr/>
        </p:nvSpPr>
        <p:spPr>
          <a:xfrm>
            <a:off x="8537819" y="5103408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-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+3]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0B10ED-9E92-A85D-8531-CF5C078C35FD}"/>
              </a:ext>
            </a:extLst>
          </p:cNvPr>
          <p:cNvSpPr txBox="1"/>
          <p:nvPr/>
        </p:nvSpPr>
        <p:spPr>
          <a:xfrm>
            <a:off x="3410341" y="6011332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dirty="0"/>
              <a:t>=0</a:t>
            </a:r>
            <a:endParaRPr lang="en-GB" sz="2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8D88C32-F666-716B-471E-31B54B2934F8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3193427" y="3643066"/>
            <a:ext cx="93541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7419154-E448-BA90-CB04-D68AC863E075}"/>
              </a:ext>
            </a:extLst>
          </p:cNvPr>
          <p:cNvSpPr/>
          <p:nvPr/>
        </p:nvSpPr>
        <p:spPr>
          <a:xfrm>
            <a:off x="7156926" y="5492361"/>
            <a:ext cx="61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z</a:t>
            </a:r>
            <a:r>
              <a:rPr lang="en-US" sz="2400" baseline="30000" dirty="0"/>
              <a:t>-1</a:t>
            </a:r>
            <a:endParaRPr lang="en-GB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922FBF-8951-0827-B503-72F28F0F8E4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768926" y="5762361"/>
            <a:ext cx="902043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6556121-3091-A273-457A-785253DBCC89}"/>
              </a:ext>
            </a:extLst>
          </p:cNvPr>
          <p:cNvSpPr/>
          <p:nvPr/>
        </p:nvSpPr>
        <p:spPr>
          <a:xfrm>
            <a:off x="5642884" y="5492361"/>
            <a:ext cx="61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z</a:t>
            </a:r>
            <a:r>
              <a:rPr lang="en-US" sz="2400" baseline="30000" dirty="0"/>
              <a:t>-1</a:t>
            </a:r>
            <a:endParaRPr lang="en-GB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C5A189-FA6F-B83F-E0E9-0332C979F5DA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6254884" y="5762361"/>
            <a:ext cx="902042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B30476A-8780-021F-8626-B58B0B54A128}"/>
              </a:ext>
            </a:extLst>
          </p:cNvPr>
          <p:cNvSpPr/>
          <p:nvPr/>
        </p:nvSpPr>
        <p:spPr>
          <a:xfrm>
            <a:off x="4128842" y="5492361"/>
            <a:ext cx="612000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z</a:t>
            </a:r>
            <a:r>
              <a:rPr lang="en-US" sz="2400" baseline="30000" dirty="0"/>
              <a:t>-1</a:t>
            </a:r>
            <a:endParaRPr lang="en-GB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CAD3D7-19C7-F53F-ED0B-1BAF8AC542F5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>
            <a:off x="4740842" y="5762361"/>
            <a:ext cx="902042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FF04E6-AEF2-138A-0F0A-7253A32DD8BE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193427" y="5762361"/>
            <a:ext cx="935415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620637D-3A95-9910-50D4-2236D9EBD0F5}"/>
              </a:ext>
            </a:extLst>
          </p:cNvPr>
          <p:cNvSpPr/>
          <p:nvPr/>
        </p:nvSpPr>
        <p:spPr>
          <a:xfrm>
            <a:off x="3497436" y="4447449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6A71BE-FDC9-DB7A-C91F-8AD63813F2BA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3767436" y="4987449"/>
            <a:ext cx="0" cy="774912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066A10E-39BE-50B2-20F3-FC3AF9DA8C55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3767436" y="3643066"/>
            <a:ext cx="0" cy="80438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D4523036-458F-0933-63F5-5F63DF797D7B}"/>
              </a:ext>
            </a:extLst>
          </p:cNvPr>
          <p:cNvSpPr/>
          <p:nvPr/>
        </p:nvSpPr>
        <p:spPr>
          <a:xfrm>
            <a:off x="7933591" y="4450764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FFC753-C62B-08D6-C3ED-607CB8CD0ADD}"/>
              </a:ext>
            </a:extLst>
          </p:cNvPr>
          <p:cNvCxnSpPr>
            <a:cxnSpLocks/>
            <a:endCxn id="35" idx="4"/>
          </p:cNvCxnSpPr>
          <p:nvPr/>
        </p:nvCxnSpPr>
        <p:spPr>
          <a:xfrm flipV="1">
            <a:off x="8203591" y="4990764"/>
            <a:ext cx="0" cy="771597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E17B073-41D7-0945-543B-567A6C7B8910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8203591" y="3643066"/>
            <a:ext cx="0" cy="807698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FAB1604-B3B9-DFEC-1DA8-684A44624909}"/>
              </a:ext>
            </a:extLst>
          </p:cNvPr>
          <p:cNvSpPr txBox="1"/>
          <p:nvPr/>
        </p:nvSpPr>
        <p:spPr>
          <a:xfrm>
            <a:off x="4892358" y="6011332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dirty="0"/>
              <a:t>=</a:t>
            </a:r>
            <a:r>
              <a:rPr lang="en-US" sz="2400" i="1" dirty="0" err="1"/>
              <a:t>cT</a:t>
            </a:r>
            <a:endParaRPr lang="en-GB" sz="2400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432A82-91A7-10DA-3166-55A5E291CD06}"/>
              </a:ext>
            </a:extLst>
          </p:cNvPr>
          <p:cNvSpPr txBox="1"/>
          <p:nvPr/>
        </p:nvSpPr>
        <p:spPr>
          <a:xfrm>
            <a:off x="6346452" y="6011332"/>
            <a:ext cx="9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dirty="0"/>
              <a:t>=2</a:t>
            </a:r>
            <a:r>
              <a:rPr lang="en-US" sz="2400" i="1" dirty="0"/>
              <a:t>cT</a:t>
            </a:r>
            <a:endParaRPr lang="en-GB" sz="2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D66C22-AD20-DD07-0506-062DE1586D5F}"/>
              </a:ext>
            </a:extLst>
          </p:cNvPr>
          <p:cNvSpPr txBox="1"/>
          <p:nvPr/>
        </p:nvSpPr>
        <p:spPr>
          <a:xfrm>
            <a:off x="7933591" y="6011332"/>
            <a:ext cx="906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dirty="0"/>
              <a:t>=3</a:t>
            </a:r>
            <a:r>
              <a:rPr lang="en-US" sz="2400" i="1" dirty="0"/>
              <a:t>cT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BAD77D-3546-387E-C12A-14D6D110A45D}"/>
              </a:ext>
            </a:extLst>
          </p:cNvPr>
          <p:cNvSpPr txBox="1"/>
          <p:nvPr/>
        </p:nvSpPr>
        <p:spPr>
          <a:xfrm>
            <a:off x="8670968" y="4142405"/>
            <a:ext cx="1228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,3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0B31A9-8498-EA45-B597-E8D8345ED73F}"/>
              </a:ext>
            </a:extLst>
          </p:cNvPr>
          <p:cNvSpPr txBox="1"/>
          <p:nvPr/>
        </p:nvSpPr>
        <p:spPr>
          <a:xfrm>
            <a:off x="4090960" y="4216434"/>
            <a:ext cx="1228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,0]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7651234-306B-D015-D269-34A4079FDE37}"/>
              </a:ext>
            </a:extLst>
          </p:cNvPr>
          <p:cNvCxnSpPr>
            <a:cxnSpLocks/>
            <a:stCxn id="35" idx="6"/>
          </p:cNvCxnSpPr>
          <p:nvPr/>
        </p:nvCxnSpPr>
        <p:spPr>
          <a:xfrm flipV="1">
            <a:off x="8473591" y="4716574"/>
            <a:ext cx="902042" cy="419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EAFDC6-38CB-C00C-2621-539AB556C55D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37436" y="4717449"/>
            <a:ext cx="910278" cy="331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D47AB6-259E-8D65-9BFC-D765EE03241F}"/>
              </a:ext>
            </a:extLst>
          </p:cNvPr>
          <p:cNvSpPr txBox="1"/>
          <p:nvPr/>
        </p:nvSpPr>
        <p:spPr>
          <a:xfrm>
            <a:off x="2613818" y="3307947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  <a:endParaRPr lang="en-GB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EDA314-4236-CC58-E672-6DC3766323C1}"/>
              </a:ext>
            </a:extLst>
          </p:cNvPr>
          <p:cNvSpPr txBox="1"/>
          <p:nvPr/>
        </p:nvSpPr>
        <p:spPr>
          <a:xfrm>
            <a:off x="2553991" y="5389118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  <a:endParaRPr lang="en-GB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C551BE-5FDE-B606-F70C-2207DD7FF17B}"/>
              </a:ext>
            </a:extLst>
          </p:cNvPr>
          <p:cNvSpPr txBox="1"/>
          <p:nvPr/>
        </p:nvSpPr>
        <p:spPr>
          <a:xfrm>
            <a:off x="8849113" y="3266117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  <a:endParaRPr lang="en-GB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131495-11D7-DD35-4D4E-7A6D710D2A17}"/>
              </a:ext>
            </a:extLst>
          </p:cNvPr>
          <p:cNvSpPr txBox="1"/>
          <p:nvPr/>
        </p:nvSpPr>
        <p:spPr>
          <a:xfrm>
            <a:off x="8789286" y="5347288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194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27E09-ACB5-1DC9-7280-9556CE80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DF47-7180-4395-F14B-1DA91C4C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Smith 1992, fig 4</a:t>
            </a:r>
            <a:br>
              <a:rPr lang="en-US" dirty="0"/>
            </a:br>
            <a:r>
              <a:rPr lang="en-US" dirty="0"/>
              <a:t>Simplified picture of ideal waveguide simulation</a:t>
            </a:r>
            <a:endParaRPr lang="en-GB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F25FD9-998D-870B-EF06-214A8F7D0713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7673909" y="3859196"/>
            <a:ext cx="108019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39F9B8A-C2D8-03CE-C44E-ADF9CF139F8E}"/>
              </a:ext>
            </a:extLst>
          </p:cNvPr>
          <p:cNvSpPr/>
          <p:nvPr/>
        </p:nvSpPr>
        <p:spPr>
          <a:xfrm>
            <a:off x="4211972" y="3589196"/>
            <a:ext cx="3461937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M </a:t>
            </a:r>
            <a:r>
              <a:rPr lang="en-US" sz="2400" dirty="0"/>
              <a:t>samples delay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13F177-676E-7AA8-1040-4CA9FDAB5D17}"/>
              </a:ext>
            </a:extLst>
          </p:cNvPr>
          <p:cNvSpPr txBox="1"/>
          <p:nvPr/>
        </p:nvSpPr>
        <p:spPr>
          <a:xfrm>
            <a:off x="2806943" y="3161563"/>
            <a:ext cx="772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+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89B3F-9D5D-23C2-BA53-7C480857F63A}"/>
              </a:ext>
            </a:extLst>
          </p:cNvPr>
          <p:cNvSpPr txBox="1"/>
          <p:nvPr/>
        </p:nvSpPr>
        <p:spPr>
          <a:xfrm>
            <a:off x="8537819" y="3185469"/>
            <a:ext cx="1130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+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-</a:t>
            </a:r>
            <a:r>
              <a:rPr lang="en-US" sz="2400" i="1" dirty="0"/>
              <a:t>M</a:t>
            </a:r>
            <a:r>
              <a:rPr lang="en-US" sz="2400" dirty="0"/>
              <a:t>]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E9DC3-E87E-E9F7-E40D-F74385BE9DBF}"/>
              </a:ext>
            </a:extLst>
          </p:cNvPr>
          <p:cNvSpPr txBox="1"/>
          <p:nvPr/>
        </p:nvSpPr>
        <p:spPr>
          <a:xfrm>
            <a:off x="2806943" y="5295632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-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703A4-D0A2-7152-36F0-9407FE01ABBE}"/>
              </a:ext>
            </a:extLst>
          </p:cNvPr>
          <p:cNvSpPr txBox="1"/>
          <p:nvPr/>
        </p:nvSpPr>
        <p:spPr>
          <a:xfrm>
            <a:off x="8537819" y="5319538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baseline="30000" dirty="0"/>
              <a:t>-</a:t>
            </a:r>
            <a:r>
              <a:rPr lang="en-US" sz="2400" dirty="0"/>
              <a:t>[</a:t>
            </a:r>
            <a:r>
              <a:rPr lang="en-US" sz="2400" i="1" dirty="0" err="1"/>
              <a:t>n</a:t>
            </a:r>
            <a:r>
              <a:rPr lang="en-US" sz="2400" dirty="0" err="1"/>
              <a:t>+</a:t>
            </a:r>
            <a:r>
              <a:rPr lang="en-US" sz="2400" i="1" dirty="0" err="1"/>
              <a:t>M</a:t>
            </a:r>
            <a:r>
              <a:rPr lang="en-US" sz="2400" dirty="0"/>
              <a:t>]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2CC156-F31E-BC11-E3F6-79493F7592C9}"/>
              </a:ext>
            </a:extLst>
          </p:cNvPr>
          <p:cNvSpPr txBox="1"/>
          <p:nvPr/>
        </p:nvSpPr>
        <p:spPr>
          <a:xfrm>
            <a:off x="3410341" y="6227462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dirty="0"/>
              <a:t>=0</a:t>
            </a:r>
            <a:endParaRPr lang="en-GB" sz="2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822B14B-ABC2-A7C1-B2E2-62947AB4E8C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3276557" y="3859196"/>
            <a:ext cx="93541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F3DAB7-7441-6D84-2C9C-B8D2386AA51E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673904" y="5978491"/>
            <a:ext cx="1080195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C0B4FDB-DED5-49BF-253A-C5FC9140832C}"/>
              </a:ext>
            </a:extLst>
          </p:cNvPr>
          <p:cNvSpPr/>
          <p:nvPr/>
        </p:nvSpPr>
        <p:spPr>
          <a:xfrm>
            <a:off x="4211971" y="5708491"/>
            <a:ext cx="3461933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M </a:t>
            </a:r>
            <a:r>
              <a:rPr lang="en-US" sz="2400" dirty="0"/>
              <a:t>samples delay</a:t>
            </a:r>
            <a:endParaRPr lang="en-GB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5C8D5E-0003-947E-4D80-6F404A83086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76557" y="5978491"/>
            <a:ext cx="935414" cy="0"/>
          </a:xfrm>
          <a:prstGeom prst="straightConnector1">
            <a:avLst/>
          </a:prstGeom>
          <a:ln w="31750">
            <a:solidFill>
              <a:schemeClr val="tx1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75381DC-423A-E4E5-94E0-CD7F720F7E57}"/>
              </a:ext>
            </a:extLst>
          </p:cNvPr>
          <p:cNvSpPr/>
          <p:nvPr/>
        </p:nvSpPr>
        <p:spPr>
          <a:xfrm>
            <a:off x="3497436" y="4663579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26BEE5-E28E-8D68-56BD-DD578FD8BB66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3767436" y="5203579"/>
            <a:ext cx="0" cy="774912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92963C-A70F-AC56-6990-9191FD3BFD5C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3767436" y="3859196"/>
            <a:ext cx="0" cy="80438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0F5EA9BC-2A02-C216-0F4C-1268811AF68C}"/>
              </a:ext>
            </a:extLst>
          </p:cNvPr>
          <p:cNvSpPr/>
          <p:nvPr/>
        </p:nvSpPr>
        <p:spPr>
          <a:xfrm>
            <a:off x="6495490" y="4666894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453826F-0286-1179-F325-A8E54373DDE0}"/>
              </a:ext>
            </a:extLst>
          </p:cNvPr>
          <p:cNvCxnSpPr>
            <a:cxnSpLocks/>
            <a:endCxn id="35" idx="4"/>
          </p:cNvCxnSpPr>
          <p:nvPr/>
        </p:nvCxnSpPr>
        <p:spPr>
          <a:xfrm flipV="1">
            <a:off x="6765490" y="5206894"/>
            <a:ext cx="0" cy="501597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ECE7EE9-AA27-52E7-FD42-5D2AC3EA472B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765490" y="4108852"/>
            <a:ext cx="0" cy="558042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076C81A-23AE-94FC-5688-D976643E6854}"/>
              </a:ext>
            </a:extLst>
          </p:cNvPr>
          <p:cNvSpPr txBox="1"/>
          <p:nvPr/>
        </p:nvSpPr>
        <p:spPr>
          <a:xfrm>
            <a:off x="6495490" y="6227462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dirty="0"/>
              <a:t>=</a:t>
            </a:r>
            <a:r>
              <a:rPr lang="el-GR" sz="2400" b="0" i="0" dirty="0">
                <a:solidFill>
                  <a:srgbClr val="1F1F1F"/>
                </a:solidFill>
                <a:effectLst/>
                <a:latin typeface="Google Sans"/>
              </a:rPr>
              <a:t>ζ</a:t>
            </a:r>
            <a:endParaRPr lang="en-GB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6599FB-C465-B37A-18E2-AFCB6D982D72}"/>
              </a:ext>
            </a:extLst>
          </p:cNvPr>
          <p:cNvSpPr txBox="1"/>
          <p:nvPr/>
        </p:nvSpPr>
        <p:spPr>
          <a:xfrm>
            <a:off x="6992659" y="4358535"/>
            <a:ext cx="1362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lang="el-GR" sz="2400" b="0" i="0" dirty="0">
                <a:solidFill>
                  <a:srgbClr val="1F1F1F"/>
                </a:solidFill>
                <a:effectLst/>
                <a:latin typeface="Google Sans"/>
              </a:rPr>
              <a:t> ζ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F8F1D0-1253-32F6-D5CF-D2D5590EDB69}"/>
              </a:ext>
            </a:extLst>
          </p:cNvPr>
          <p:cNvSpPr txBox="1"/>
          <p:nvPr/>
        </p:nvSpPr>
        <p:spPr>
          <a:xfrm>
            <a:off x="4090960" y="4432564"/>
            <a:ext cx="1228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,0]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717C41E-E2DE-DA1E-78F3-8F0B57A7016E}"/>
              </a:ext>
            </a:extLst>
          </p:cNvPr>
          <p:cNvCxnSpPr>
            <a:cxnSpLocks/>
            <a:stCxn id="35" idx="6"/>
          </p:cNvCxnSpPr>
          <p:nvPr/>
        </p:nvCxnSpPr>
        <p:spPr>
          <a:xfrm flipV="1">
            <a:off x="7035490" y="4932704"/>
            <a:ext cx="902042" cy="419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495F638-2AFD-6644-4B4A-63D4C8168183}"/>
              </a:ext>
            </a:extLst>
          </p:cNvPr>
          <p:cNvCxnSpPr>
            <a:cxnSpLocks/>
            <a:stCxn id="20" idx="6"/>
          </p:cNvCxnSpPr>
          <p:nvPr/>
        </p:nvCxnSpPr>
        <p:spPr>
          <a:xfrm>
            <a:off x="4037436" y="4933579"/>
            <a:ext cx="910278" cy="331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DA9F453-E6A0-1C7B-FD4A-3274CCE0FFD7}"/>
              </a:ext>
            </a:extLst>
          </p:cNvPr>
          <p:cNvSpPr txBox="1"/>
          <p:nvPr/>
        </p:nvSpPr>
        <p:spPr>
          <a:xfrm>
            <a:off x="2613818" y="3524077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  <a:endParaRPr lang="en-GB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A1F923-60D0-6F7F-3BE8-9F77F5E22D9E}"/>
              </a:ext>
            </a:extLst>
          </p:cNvPr>
          <p:cNvSpPr txBox="1"/>
          <p:nvPr/>
        </p:nvSpPr>
        <p:spPr>
          <a:xfrm>
            <a:off x="2553991" y="5605248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  <a:endParaRPr lang="en-GB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D79A9-C9E8-AE09-3E78-F4FCF62DACD9}"/>
              </a:ext>
            </a:extLst>
          </p:cNvPr>
          <p:cNvSpPr txBox="1"/>
          <p:nvPr/>
        </p:nvSpPr>
        <p:spPr>
          <a:xfrm>
            <a:off x="8849113" y="3482247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  <a:endParaRPr lang="en-GB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3B002D-E4AD-890D-67E1-676BD08636D0}"/>
              </a:ext>
            </a:extLst>
          </p:cNvPr>
          <p:cNvSpPr txBox="1"/>
          <p:nvPr/>
        </p:nvSpPr>
        <p:spPr>
          <a:xfrm>
            <a:off x="8789286" y="5563418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</a:t>
            </a:r>
            <a:endParaRPr lang="en-GB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2EE87-2BB5-77F7-9B2C-B96B7FF5A030}"/>
              </a:ext>
            </a:extLst>
          </p:cNvPr>
          <p:cNvSpPr txBox="1"/>
          <p:nvPr/>
        </p:nvSpPr>
        <p:spPr>
          <a:xfrm>
            <a:off x="8319815" y="6227462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dirty="0"/>
              <a:t>=</a:t>
            </a:r>
            <a:r>
              <a:rPr lang="en-US" sz="2400" b="0" i="1" dirty="0" err="1">
                <a:solidFill>
                  <a:srgbClr val="1F1F1F"/>
                </a:solidFill>
                <a:effectLst/>
                <a:latin typeface="Google Sans"/>
              </a:rPr>
              <a:t>McT</a:t>
            </a:r>
            <a:endParaRPr lang="en-GB" sz="2400" i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BA1D0F-B360-D8C9-724F-A6A99DEDE99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317511" y="2216674"/>
            <a:ext cx="108019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5432B07-8421-FBED-DFAD-3733B1D11243}"/>
              </a:ext>
            </a:extLst>
          </p:cNvPr>
          <p:cNvSpPr/>
          <p:nvPr/>
        </p:nvSpPr>
        <p:spPr>
          <a:xfrm>
            <a:off x="5855574" y="1946674"/>
            <a:ext cx="3461937" cy="54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z</a:t>
            </a:r>
            <a:r>
              <a:rPr lang="en-US" sz="2400" i="1" baseline="30000" dirty="0"/>
              <a:t>-M</a:t>
            </a:r>
            <a:endParaRPr lang="en-GB" sz="2400" baseline="30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6CB5D-9B15-9448-359C-7471991974C7}"/>
              </a:ext>
            </a:extLst>
          </p:cNvPr>
          <p:cNvSpPr txBox="1"/>
          <p:nvPr/>
        </p:nvSpPr>
        <p:spPr>
          <a:xfrm>
            <a:off x="4285272" y="1901279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x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4AA8ED-BFBD-D87D-DD5B-BE143630DCBC}"/>
              </a:ext>
            </a:extLst>
          </p:cNvPr>
          <p:cNvSpPr txBox="1"/>
          <p:nvPr/>
        </p:nvSpPr>
        <p:spPr>
          <a:xfrm>
            <a:off x="10397701" y="1946674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y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  <a:endParaRPr lang="en-GB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442B66-32C3-0842-0AEA-E61A5A63BD5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920159" y="2216674"/>
            <a:ext cx="93541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42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63E3-2790-89D2-A79E-E36D9BEC5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9B76-F0E5-7E81-E402-CC213D76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638"/>
          </a:xfrm>
        </p:spPr>
        <p:txBody>
          <a:bodyPr/>
          <a:lstStyle/>
          <a:p>
            <a:r>
              <a:rPr lang="en-US" dirty="0"/>
              <a:t>Animal vocalization example</a:t>
            </a:r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3EAFAC-2462-49AF-D4F0-71C0DC039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60745"/>
              </p:ext>
            </p:extLst>
          </p:nvPr>
        </p:nvGraphicFramePr>
        <p:xfrm>
          <a:off x="3310294" y="5580919"/>
          <a:ext cx="5852369" cy="741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5518">
                  <a:extLst>
                    <a:ext uri="{9D8B030D-6E8A-4147-A177-3AD203B41FA5}">
                      <a16:colId xmlns:a16="http://schemas.microsoft.com/office/drawing/2014/main" val="4050174211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804342274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810714715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482378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 value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141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1443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7CB7520-6D16-39C3-0F84-3E8E0DA72A56}"/>
              </a:ext>
            </a:extLst>
          </p:cNvPr>
          <p:cNvSpPr/>
          <p:nvPr/>
        </p:nvSpPr>
        <p:spPr>
          <a:xfrm>
            <a:off x="1804854" y="3270501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Excitation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8B69D-D156-8392-5B4D-C513F0DEB8FA}"/>
              </a:ext>
            </a:extLst>
          </p:cNvPr>
          <p:cNvSpPr/>
          <p:nvPr/>
        </p:nvSpPr>
        <p:spPr>
          <a:xfrm>
            <a:off x="3103287" y="1854976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Sigmoid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BE88E9-4D9F-8543-34C9-070B3D62A8EA}"/>
              </a:ext>
            </a:extLst>
          </p:cNvPr>
          <p:cNvSpPr/>
          <p:nvPr/>
        </p:nvSpPr>
        <p:spPr>
          <a:xfrm>
            <a:off x="8120768" y="3270501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Tremolo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714C5C-8801-ACAD-5680-5EF88841FF3D}"/>
              </a:ext>
            </a:extLst>
          </p:cNvPr>
          <p:cNvCxnSpPr>
            <a:cxnSpLocks/>
          </p:cNvCxnSpPr>
          <p:nvPr/>
        </p:nvCxnSpPr>
        <p:spPr>
          <a:xfrm>
            <a:off x="2927594" y="3594501"/>
            <a:ext cx="43684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BE99AA-03C4-DD4A-55C0-5656E6329A7A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4183287" y="2178976"/>
            <a:ext cx="330250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78B5B1-4009-F09E-125D-F35C324B4639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7485792" y="2134589"/>
            <a:ext cx="0" cy="1189912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D882A4-C812-0D16-CC25-FC0C82E7561B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3634435" y="2502976"/>
            <a:ext cx="8852" cy="82152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34C9516-FB1E-9F05-9B56-4F2423163549}"/>
              </a:ext>
            </a:extLst>
          </p:cNvPr>
          <p:cNvSpPr/>
          <p:nvPr/>
        </p:nvSpPr>
        <p:spPr>
          <a:xfrm>
            <a:off x="3364435" y="3324501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845A48-28EE-875B-E10A-3E9BC2E86B8C}"/>
              </a:ext>
            </a:extLst>
          </p:cNvPr>
          <p:cNvCxnSpPr>
            <a:cxnSpLocks/>
          </p:cNvCxnSpPr>
          <p:nvPr/>
        </p:nvCxnSpPr>
        <p:spPr>
          <a:xfrm>
            <a:off x="3904435" y="3591901"/>
            <a:ext cx="597712" cy="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1675E58-254B-A15C-48FD-60D2CF426C6C}"/>
              </a:ext>
            </a:extLst>
          </p:cNvPr>
          <p:cNvCxnSpPr>
            <a:cxnSpLocks/>
            <a:stCxn id="37" idx="3"/>
            <a:endCxn id="45" idx="1"/>
          </p:cNvCxnSpPr>
          <p:nvPr/>
        </p:nvCxnSpPr>
        <p:spPr>
          <a:xfrm>
            <a:off x="6774562" y="3320101"/>
            <a:ext cx="520311" cy="8348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CDE19B-FF1F-07FC-52FA-A60EE3CC4F0C}"/>
              </a:ext>
            </a:extLst>
          </p:cNvPr>
          <p:cNvCxnSpPr>
            <a:cxnSpLocks/>
            <a:stCxn id="33" idx="3"/>
            <a:endCxn id="37" idx="1"/>
          </p:cNvCxnSpPr>
          <p:nvPr/>
        </p:nvCxnSpPr>
        <p:spPr>
          <a:xfrm flipV="1">
            <a:off x="5257089" y="3320101"/>
            <a:ext cx="622569" cy="27440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0FE2581-616A-308C-9786-9E862E612976}"/>
              </a:ext>
            </a:extLst>
          </p:cNvPr>
          <p:cNvSpPr/>
          <p:nvPr/>
        </p:nvSpPr>
        <p:spPr>
          <a:xfrm>
            <a:off x="10012559" y="3270501"/>
            <a:ext cx="90753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EE9422-9774-A220-55BF-664803B37054}"/>
              </a:ext>
            </a:extLst>
          </p:cNvPr>
          <p:cNvCxnSpPr>
            <a:cxnSpLocks/>
          </p:cNvCxnSpPr>
          <p:nvPr/>
        </p:nvCxnSpPr>
        <p:spPr>
          <a:xfrm>
            <a:off x="9416768" y="3594501"/>
            <a:ext cx="59579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F4F2E1C-B943-38C4-C5F7-5A544FE66766}"/>
              </a:ext>
            </a:extLst>
          </p:cNvPr>
          <p:cNvSpPr/>
          <p:nvPr/>
        </p:nvSpPr>
        <p:spPr>
          <a:xfrm>
            <a:off x="4362185" y="3394194"/>
            <a:ext cx="894904" cy="4006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00B889-819A-9AAA-2501-DA1F7476857F}"/>
              </a:ext>
            </a:extLst>
          </p:cNvPr>
          <p:cNvSpPr/>
          <p:nvPr/>
        </p:nvSpPr>
        <p:spPr>
          <a:xfrm>
            <a:off x="5879658" y="3119793"/>
            <a:ext cx="894904" cy="4006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BP1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0756E5-C0B8-97BC-1BFA-C7A7A55F003C}"/>
              </a:ext>
            </a:extLst>
          </p:cNvPr>
          <p:cNvSpPr/>
          <p:nvPr/>
        </p:nvSpPr>
        <p:spPr>
          <a:xfrm>
            <a:off x="5882067" y="3681087"/>
            <a:ext cx="894904" cy="4006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BP2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132D8F6-A4DD-1115-1C49-13D625083D82}"/>
              </a:ext>
            </a:extLst>
          </p:cNvPr>
          <p:cNvCxnSpPr>
            <a:cxnSpLocks/>
            <a:stCxn id="33" idx="3"/>
            <a:endCxn id="38" idx="1"/>
          </p:cNvCxnSpPr>
          <p:nvPr/>
        </p:nvCxnSpPr>
        <p:spPr>
          <a:xfrm>
            <a:off x="5257089" y="3594502"/>
            <a:ext cx="624978" cy="28689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05F8E1A1-425D-3D06-C5C5-DD8928C42BB6}"/>
              </a:ext>
            </a:extLst>
          </p:cNvPr>
          <p:cNvSpPr/>
          <p:nvPr/>
        </p:nvSpPr>
        <p:spPr>
          <a:xfrm>
            <a:off x="7215792" y="3324501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E85F48-A628-FF48-4FA9-515C28CADC8A}"/>
              </a:ext>
            </a:extLst>
          </p:cNvPr>
          <p:cNvCxnSpPr>
            <a:cxnSpLocks/>
            <a:stCxn id="38" idx="3"/>
            <a:endCxn id="45" idx="3"/>
          </p:cNvCxnSpPr>
          <p:nvPr/>
        </p:nvCxnSpPr>
        <p:spPr>
          <a:xfrm flipV="1">
            <a:off x="6776971" y="3785420"/>
            <a:ext cx="517902" cy="9597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0360D7A-BAA9-6544-12F3-9C9D298C72E1}"/>
              </a:ext>
            </a:extLst>
          </p:cNvPr>
          <p:cNvCxnSpPr>
            <a:cxnSpLocks/>
          </p:cNvCxnSpPr>
          <p:nvPr/>
        </p:nvCxnSpPr>
        <p:spPr>
          <a:xfrm>
            <a:off x="7755792" y="3585517"/>
            <a:ext cx="36497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624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B9F21-9062-7418-2625-6FCA8C5B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DC71-4D61-F953-7925-BB22445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638"/>
          </a:xfrm>
        </p:spPr>
        <p:txBody>
          <a:bodyPr/>
          <a:lstStyle/>
          <a:p>
            <a:r>
              <a:rPr lang="en-US" dirty="0"/>
              <a:t>Flute example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5A3BCE-03BD-E9C3-A608-B6729A0AB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045263"/>
              </p:ext>
            </p:extLst>
          </p:nvPr>
        </p:nvGraphicFramePr>
        <p:xfrm>
          <a:off x="2248678" y="4414589"/>
          <a:ext cx="6913983" cy="2225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9224">
                  <a:extLst>
                    <a:ext uri="{9D8B030D-6E8A-4147-A177-3AD203B41FA5}">
                      <a16:colId xmlns:a16="http://schemas.microsoft.com/office/drawing/2014/main" val="4050174211"/>
                    </a:ext>
                  </a:extLst>
                </a:gridCol>
                <a:gridCol w="1418253">
                  <a:extLst>
                    <a:ext uri="{9D8B030D-6E8A-4147-A177-3AD203B41FA5}">
                      <a16:colId xmlns:a16="http://schemas.microsoft.com/office/drawing/2014/main" val="804342274"/>
                    </a:ext>
                  </a:extLst>
                </a:gridCol>
                <a:gridCol w="1418253">
                  <a:extLst>
                    <a:ext uri="{9D8B030D-6E8A-4147-A177-3AD203B41FA5}">
                      <a16:colId xmlns:a16="http://schemas.microsoft.com/office/drawing/2014/main" val="810714715"/>
                    </a:ext>
                  </a:extLst>
                </a:gridCol>
                <a:gridCol w="1418253">
                  <a:extLst>
                    <a:ext uri="{9D8B030D-6E8A-4147-A177-3AD203B41FA5}">
                      <a16:colId xmlns:a16="http://schemas.microsoft.com/office/drawing/2014/main" val="482378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 value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141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Bandpass frequency (Hz)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11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Lowpass frequency (Hz)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809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Crossfade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081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Feedback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05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Exciter cutoff (Hz)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75817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687D345-9BA3-5787-FBDA-4E26BD192E9F}"/>
              </a:ext>
            </a:extLst>
          </p:cNvPr>
          <p:cNvSpPr/>
          <p:nvPr/>
        </p:nvSpPr>
        <p:spPr>
          <a:xfrm>
            <a:off x="1804854" y="3270501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Excitation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3AB04F-C2CD-9063-D820-66A93FD05E58}"/>
              </a:ext>
            </a:extLst>
          </p:cNvPr>
          <p:cNvSpPr/>
          <p:nvPr/>
        </p:nvSpPr>
        <p:spPr>
          <a:xfrm>
            <a:off x="3103287" y="1854976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Sigmoid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B746D3-4225-3F91-8E4F-E90781ED0162}"/>
              </a:ext>
            </a:extLst>
          </p:cNvPr>
          <p:cNvSpPr/>
          <p:nvPr/>
        </p:nvSpPr>
        <p:spPr>
          <a:xfrm>
            <a:off x="7491376" y="3270501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Crossfade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015CE4-78D5-7FB0-DD35-79D2CE3F1478}"/>
              </a:ext>
            </a:extLst>
          </p:cNvPr>
          <p:cNvCxnSpPr>
            <a:cxnSpLocks/>
          </p:cNvCxnSpPr>
          <p:nvPr/>
        </p:nvCxnSpPr>
        <p:spPr>
          <a:xfrm>
            <a:off x="2927594" y="3594501"/>
            <a:ext cx="43684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0E5AA8-7BF7-D49D-139C-610FCBD50705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4183287" y="2178976"/>
            <a:ext cx="395608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E7FA54-C360-394D-0D40-12C13FB4323B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8139376" y="2130188"/>
            <a:ext cx="4337" cy="1140313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09DA6E-3ADC-5BBD-DBAD-FB3AA50DDF9A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 flipH="1">
            <a:off x="3634435" y="2502976"/>
            <a:ext cx="8852" cy="82152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150F7FA-1FA9-926C-3FEA-2BA97BA0E0D7}"/>
              </a:ext>
            </a:extLst>
          </p:cNvPr>
          <p:cNvSpPr/>
          <p:nvPr/>
        </p:nvSpPr>
        <p:spPr>
          <a:xfrm>
            <a:off x="3364435" y="3324501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BA2B7A-132B-1A40-6A37-CC9C9EDA4D64}"/>
              </a:ext>
            </a:extLst>
          </p:cNvPr>
          <p:cNvCxnSpPr>
            <a:cxnSpLocks/>
          </p:cNvCxnSpPr>
          <p:nvPr/>
        </p:nvCxnSpPr>
        <p:spPr>
          <a:xfrm>
            <a:off x="3904435" y="3591901"/>
            <a:ext cx="597712" cy="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9FBC64-626C-AC1B-ED95-FD90C6C70227}"/>
              </a:ext>
            </a:extLst>
          </p:cNvPr>
          <p:cNvCxnSpPr>
            <a:cxnSpLocks/>
            <a:stCxn id="22" idx="3"/>
            <a:endCxn id="10" idx="1"/>
          </p:cNvCxnSpPr>
          <p:nvPr/>
        </p:nvCxnSpPr>
        <p:spPr>
          <a:xfrm>
            <a:off x="6810187" y="3320101"/>
            <a:ext cx="681189" cy="27440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32A4E1-6B8C-125C-1045-9AD7E8B53DE2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257089" y="3320101"/>
            <a:ext cx="658194" cy="27440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7EF1D8C-766D-4987-7919-46E701509059}"/>
              </a:ext>
            </a:extLst>
          </p:cNvPr>
          <p:cNvSpPr/>
          <p:nvPr/>
        </p:nvSpPr>
        <p:spPr>
          <a:xfrm>
            <a:off x="9383167" y="3270501"/>
            <a:ext cx="90753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CC6891-FC55-E9E2-2DE3-DA0CDB0A5686}"/>
              </a:ext>
            </a:extLst>
          </p:cNvPr>
          <p:cNvCxnSpPr>
            <a:cxnSpLocks/>
          </p:cNvCxnSpPr>
          <p:nvPr/>
        </p:nvCxnSpPr>
        <p:spPr>
          <a:xfrm>
            <a:off x="8787376" y="3594501"/>
            <a:ext cx="59579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66D9AA5-5626-806F-7E51-BA8454A34AF0}"/>
              </a:ext>
            </a:extLst>
          </p:cNvPr>
          <p:cNvSpPr/>
          <p:nvPr/>
        </p:nvSpPr>
        <p:spPr>
          <a:xfrm>
            <a:off x="4362185" y="3394194"/>
            <a:ext cx="894904" cy="4006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214572-F1FB-57C6-EEC7-D016130F3ABD}"/>
              </a:ext>
            </a:extLst>
          </p:cNvPr>
          <p:cNvSpPr/>
          <p:nvPr/>
        </p:nvSpPr>
        <p:spPr>
          <a:xfrm>
            <a:off x="5915283" y="3119793"/>
            <a:ext cx="894904" cy="4006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BP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0588AD-8860-84C1-DCB2-22F0AB9A00CC}"/>
              </a:ext>
            </a:extLst>
          </p:cNvPr>
          <p:cNvSpPr/>
          <p:nvPr/>
        </p:nvSpPr>
        <p:spPr>
          <a:xfrm>
            <a:off x="5917692" y="3681087"/>
            <a:ext cx="894904" cy="4006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LP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718287-B0A3-AF62-6AF6-40005B9B8629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5257089" y="3594502"/>
            <a:ext cx="660603" cy="28689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E88E37-B478-53B5-F3F0-4DD7DC050481}"/>
              </a:ext>
            </a:extLst>
          </p:cNvPr>
          <p:cNvCxnSpPr>
            <a:cxnSpLocks/>
            <a:stCxn id="23" idx="3"/>
            <a:endCxn id="10" idx="1"/>
          </p:cNvCxnSpPr>
          <p:nvPr/>
        </p:nvCxnSpPr>
        <p:spPr>
          <a:xfrm flipV="1">
            <a:off x="6812596" y="3594501"/>
            <a:ext cx="678780" cy="286894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59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9C7-17CC-4176-A591-2D8582D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74628" cy="636580"/>
          </a:xfrm>
        </p:spPr>
        <p:txBody>
          <a:bodyPr>
            <a:normAutofit fontScale="90000"/>
          </a:bodyPr>
          <a:lstStyle/>
          <a:p>
            <a:r>
              <a:rPr lang="en-GB" dirty="0"/>
              <a:t>Figure 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442-26ED-41FE-8C90-4C80544A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5855"/>
            <a:ext cx="10915746" cy="105702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ALT TEXT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1.2. A complex audio routing graph. It applies an envelope,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filterbank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distortion and reverb to noise.</a:t>
            </a: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E0C75C-FA02-4D9A-A201-3C445623B266}"/>
              </a:ext>
            </a:extLst>
          </p:cNvPr>
          <p:cNvSpPr/>
          <p:nvPr/>
        </p:nvSpPr>
        <p:spPr>
          <a:xfrm>
            <a:off x="3241980" y="2913067"/>
            <a:ext cx="1291134" cy="2824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gainNode</a:t>
            </a:r>
            <a:endParaRPr lang="en-GB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F043BD-EF02-4717-A01A-AC097A33E36C}"/>
              </a:ext>
            </a:extLst>
          </p:cNvPr>
          <p:cNvSpPr/>
          <p:nvPr/>
        </p:nvSpPr>
        <p:spPr>
          <a:xfrm>
            <a:off x="4935005" y="2671093"/>
            <a:ext cx="1291134" cy="3949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BiquadNode</a:t>
            </a:r>
            <a:endParaRPr lang="en-GB" sz="1400" dirty="0"/>
          </a:p>
          <a:p>
            <a:pPr algn="ctr"/>
            <a:r>
              <a:rPr lang="en-GB" sz="1400" i="1" dirty="0"/>
              <a:t>Peaking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B1E425-2765-4065-806E-C191C8F76460}"/>
              </a:ext>
            </a:extLst>
          </p:cNvPr>
          <p:cNvSpPr/>
          <p:nvPr/>
        </p:nvSpPr>
        <p:spPr>
          <a:xfrm>
            <a:off x="4935005" y="2186649"/>
            <a:ext cx="1291134" cy="3949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BiquadNode</a:t>
            </a:r>
            <a:endParaRPr lang="en-GB" sz="1400" dirty="0"/>
          </a:p>
          <a:p>
            <a:pPr algn="ctr"/>
            <a:r>
              <a:rPr lang="en-GB" sz="1400" i="1" dirty="0" err="1"/>
              <a:t>Lowshelf</a:t>
            </a:r>
            <a:endParaRPr lang="en-GB" sz="1400" i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4A2BC4-62D8-44B4-BB6D-65CCBB52F31B}"/>
              </a:ext>
            </a:extLst>
          </p:cNvPr>
          <p:cNvSpPr/>
          <p:nvPr/>
        </p:nvSpPr>
        <p:spPr>
          <a:xfrm>
            <a:off x="4935005" y="3179891"/>
            <a:ext cx="1291134" cy="3949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BiquadNode</a:t>
            </a:r>
            <a:endParaRPr lang="en-GB" sz="1400" dirty="0"/>
          </a:p>
          <a:p>
            <a:pPr algn="ctr"/>
            <a:r>
              <a:rPr lang="en-GB" sz="1400" i="1" dirty="0"/>
              <a:t>Peaking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6814BC-A775-440A-B1AD-F47A402C1AC1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3887546" y="2327868"/>
            <a:ext cx="1088980" cy="585199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32EBE5-2C25-402A-A9B0-B10D0CCF0B2D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4533114" y="2812312"/>
            <a:ext cx="443413" cy="241972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CB1C893-EDE2-424D-9196-750829709FCF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4533114" y="3054285"/>
            <a:ext cx="443413" cy="266826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A4A590-29D9-4381-AF50-D9FF0682C81D}"/>
              </a:ext>
            </a:extLst>
          </p:cNvPr>
          <p:cNvCxnSpPr>
            <a:cxnSpLocks/>
            <a:stCxn id="33" idx="3"/>
            <a:endCxn id="47" idx="1"/>
          </p:cNvCxnSpPr>
          <p:nvPr/>
        </p:nvCxnSpPr>
        <p:spPr>
          <a:xfrm>
            <a:off x="6226139" y="2868579"/>
            <a:ext cx="450359" cy="185706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152908B-3867-4478-ABC8-C0B32ABADFEB}"/>
              </a:ext>
            </a:extLst>
          </p:cNvPr>
          <p:cNvCxnSpPr>
            <a:cxnSpLocks/>
            <a:stCxn id="34" idx="3"/>
            <a:endCxn id="47" idx="0"/>
          </p:cNvCxnSpPr>
          <p:nvPr/>
        </p:nvCxnSpPr>
        <p:spPr>
          <a:xfrm>
            <a:off x="6226139" y="2384135"/>
            <a:ext cx="1194344" cy="528932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6868C88-BA92-4318-AED9-F6695D8B481B}"/>
              </a:ext>
            </a:extLst>
          </p:cNvPr>
          <p:cNvCxnSpPr>
            <a:cxnSpLocks/>
            <a:stCxn id="35" idx="3"/>
            <a:endCxn id="47" idx="1"/>
          </p:cNvCxnSpPr>
          <p:nvPr/>
        </p:nvCxnSpPr>
        <p:spPr>
          <a:xfrm flipV="1">
            <a:off x="6226139" y="3054285"/>
            <a:ext cx="450359" cy="323092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776193D-D886-40E3-8E08-2ABCC32C2D40}"/>
              </a:ext>
            </a:extLst>
          </p:cNvPr>
          <p:cNvSpPr/>
          <p:nvPr/>
        </p:nvSpPr>
        <p:spPr>
          <a:xfrm>
            <a:off x="4935005" y="3645155"/>
            <a:ext cx="1291134" cy="3949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BiquadNode</a:t>
            </a:r>
            <a:endParaRPr lang="en-GB" sz="1400" dirty="0"/>
          </a:p>
          <a:p>
            <a:pPr algn="ctr"/>
            <a:r>
              <a:rPr lang="en-GB" sz="1400" i="1" dirty="0" err="1"/>
              <a:t>Highshelf</a:t>
            </a:r>
            <a:endParaRPr lang="en-GB" sz="1400" i="1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122360-8862-4E08-B270-2C207B85E167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3887546" y="3195502"/>
            <a:ext cx="1088980" cy="590872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CF94B65-96EE-480A-8501-52CE10057356}"/>
              </a:ext>
            </a:extLst>
          </p:cNvPr>
          <p:cNvCxnSpPr>
            <a:cxnSpLocks/>
            <a:stCxn id="42" idx="3"/>
            <a:endCxn id="47" idx="2"/>
          </p:cNvCxnSpPr>
          <p:nvPr/>
        </p:nvCxnSpPr>
        <p:spPr>
          <a:xfrm flipV="1">
            <a:off x="6226139" y="3195502"/>
            <a:ext cx="1194344" cy="647139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10B863F-9F33-481A-AFD4-0307A3E555D5}"/>
              </a:ext>
            </a:extLst>
          </p:cNvPr>
          <p:cNvSpPr/>
          <p:nvPr/>
        </p:nvSpPr>
        <p:spPr>
          <a:xfrm>
            <a:off x="1267042" y="2829146"/>
            <a:ext cx="1643572" cy="4643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audioWorkletNode</a:t>
            </a:r>
            <a:endParaRPr lang="en-GB" sz="1400" dirty="0"/>
          </a:p>
          <a:p>
            <a:pPr algn="ctr"/>
            <a:r>
              <a:rPr lang="en-GB" sz="1400" i="1" dirty="0" err="1"/>
              <a:t>whiteNoise</a:t>
            </a:r>
            <a:endParaRPr lang="en-GB" sz="1400" i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364141-624E-4D3E-9EB0-5932EB012089}"/>
              </a:ext>
            </a:extLst>
          </p:cNvPr>
          <p:cNvCxnSpPr>
            <a:cxnSpLocks/>
            <a:stCxn id="45" idx="3"/>
            <a:endCxn id="32" idx="1"/>
          </p:cNvCxnSpPr>
          <p:nvPr/>
        </p:nvCxnSpPr>
        <p:spPr>
          <a:xfrm flipV="1">
            <a:off x="2910614" y="3054285"/>
            <a:ext cx="331366" cy="7017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38311F9-B189-4B6A-8DF8-463E6E39901F}"/>
              </a:ext>
            </a:extLst>
          </p:cNvPr>
          <p:cNvSpPr/>
          <p:nvPr/>
        </p:nvSpPr>
        <p:spPr>
          <a:xfrm>
            <a:off x="6676498" y="2913067"/>
            <a:ext cx="1487970" cy="2824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waveshaperNode</a:t>
            </a:r>
            <a:endParaRPr lang="en-GB" sz="1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77EF9B-A4C6-43E6-B49C-AD78CF5A2731}"/>
              </a:ext>
            </a:extLst>
          </p:cNvPr>
          <p:cNvSpPr/>
          <p:nvPr/>
        </p:nvSpPr>
        <p:spPr>
          <a:xfrm>
            <a:off x="10073877" y="2913067"/>
            <a:ext cx="1119088" cy="2824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destination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1AB5411-DF01-43B9-B074-0971C8D908AD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746520" y="3054284"/>
            <a:ext cx="327358" cy="1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60C7ADDE-E7D7-4D83-8A06-38E6F1AB7891}"/>
              </a:ext>
            </a:extLst>
          </p:cNvPr>
          <p:cNvSpPr/>
          <p:nvPr/>
        </p:nvSpPr>
        <p:spPr>
          <a:xfrm>
            <a:off x="8465581" y="2915981"/>
            <a:ext cx="1360781" cy="2824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convolverNode</a:t>
            </a:r>
            <a:endParaRPr lang="en-GB" sz="14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2D89999-F377-4474-BDBA-4FC40984B6B0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8083687" y="3057198"/>
            <a:ext cx="381894" cy="1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639F975E-1AA5-448B-A01A-B302641D9F99}"/>
              </a:ext>
            </a:extLst>
          </p:cNvPr>
          <p:cNvSpPr/>
          <p:nvPr/>
        </p:nvSpPr>
        <p:spPr>
          <a:xfrm>
            <a:off x="2636600" y="3728640"/>
            <a:ext cx="1895180" cy="282435"/>
          </a:xfrm>
          <a:prstGeom prst="rect">
            <a:avLst/>
          </a:prstGeom>
          <a:solidFill>
            <a:srgbClr val="8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setValueCurveAtTime</a:t>
            </a:r>
            <a:endParaRPr lang="en-GB" sz="14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9D963B6-2441-4DC4-BB47-48CFCC409577}"/>
              </a:ext>
            </a:extLst>
          </p:cNvPr>
          <p:cNvSpPr/>
          <p:nvPr/>
        </p:nvSpPr>
        <p:spPr>
          <a:xfrm>
            <a:off x="7203838" y="3634917"/>
            <a:ext cx="987430" cy="282435"/>
          </a:xfrm>
          <a:prstGeom prst="rect">
            <a:avLst/>
          </a:prstGeom>
          <a:solidFill>
            <a:srgbClr val="8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curve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7CCE4A0-DAC6-450B-997B-BB91DB29446C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7697553" y="3191292"/>
            <a:ext cx="0" cy="4436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DF3E151-29E0-436A-98FC-DC83BA5DE730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3584190" y="3179891"/>
            <a:ext cx="0" cy="548749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BD10476-3A92-407A-84B4-B34B1C6860D1}"/>
              </a:ext>
            </a:extLst>
          </p:cNvPr>
          <p:cNvSpPr/>
          <p:nvPr/>
        </p:nvSpPr>
        <p:spPr>
          <a:xfrm>
            <a:off x="8654164" y="3645155"/>
            <a:ext cx="987430" cy="282435"/>
          </a:xfrm>
          <a:prstGeom prst="rect">
            <a:avLst/>
          </a:prstGeom>
          <a:solidFill>
            <a:srgbClr val="8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buffer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B4EB93-C8CD-4B1C-81E0-F61152C671D7}"/>
              </a:ext>
            </a:extLst>
          </p:cNvPr>
          <p:cNvCxnSpPr>
            <a:cxnSpLocks/>
            <a:stCxn id="56" idx="0"/>
            <a:endCxn id="50" idx="2"/>
          </p:cNvCxnSpPr>
          <p:nvPr/>
        </p:nvCxnSpPr>
        <p:spPr>
          <a:xfrm flipH="1" flipV="1">
            <a:off x="9145972" y="3198416"/>
            <a:ext cx="1907" cy="446739"/>
          </a:xfrm>
          <a:prstGeom prst="straightConnector1">
            <a:avLst/>
          </a:prstGeom>
          <a:ln w="19050">
            <a:solidFill>
              <a:srgbClr val="99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9C7-17CC-4176-A591-2D8582D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74628" cy="636580"/>
          </a:xfrm>
        </p:spPr>
        <p:txBody>
          <a:bodyPr>
            <a:normAutofit fontScale="90000"/>
          </a:bodyPr>
          <a:lstStyle/>
          <a:p>
            <a:r>
              <a:rPr lang="en-GB" dirty="0"/>
              <a:t>Figure 10.1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442-26ED-41FE-8C90-4C80544A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5855"/>
            <a:ext cx="10915746" cy="105702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ALT TEXT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10.1. Magnitude response of a comb filter using 1 millisecond delay.</a:t>
            </a: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5ABB3D7-57F0-4766-B49F-6DA1802B5D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523526"/>
              </p:ext>
            </p:extLst>
          </p:nvPr>
        </p:nvGraphicFramePr>
        <p:xfrm>
          <a:off x="4458393" y="1530600"/>
          <a:ext cx="5486399" cy="321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039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9C7-17CC-4176-A591-2D8582D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74628" cy="636580"/>
          </a:xfrm>
        </p:spPr>
        <p:txBody>
          <a:bodyPr>
            <a:normAutofit fontScale="90000"/>
          </a:bodyPr>
          <a:lstStyle/>
          <a:p>
            <a:r>
              <a:rPr lang="en-GB" dirty="0"/>
              <a:t>Figure 10.2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442-26ED-41FE-8C90-4C80544A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5855"/>
            <a:ext cx="10915746" cy="105702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ALT TEXT</a:t>
            </a:r>
          </a:p>
          <a:p>
            <a:pPr marL="0" indent="0">
              <a:buNone/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10.2. Audio graph for Code example 10.2.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FFCB8C-D1A8-4447-AAF7-A0414AE56BC6}"/>
              </a:ext>
            </a:extLst>
          </p:cNvPr>
          <p:cNvGrpSpPr/>
          <p:nvPr/>
        </p:nvGrpSpPr>
        <p:grpSpPr>
          <a:xfrm>
            <a:off x="2041973" y="2343492"/>
            <a:ext cx="7554207" cy="1807716"/>
            <a:chOff x="2041973" y="2343492"/>
            <a:chExt cx="7554207" cy="18077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4FB5E8-859E-4705-B2E2-C71631B89D38}"/>
                </a:ext>
              </a:extLst>
            </p:cNvPr>
            <p:cNvSpPr/>
            <p:nvPr/>
          </p:nvSpPr>
          <p:spPr>
            <a:xfrm>
              <a:off x="2041973" y="2343492"/>
              <a:ext cx="1075678" cy="648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tone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EF9555-2E2C-43E5-984D-B3B851CD64A2}"/>
                </a:ext>
              </a:extLst>
            </p:cNvPr>
            <p:cNvSpPr/>
            <p:nvPr/>
          </p:nvSpPr>
          <p:spPr>
            <a:xfrm>
              <a:off x="3821566" y="2343492"/>
              <a:ext cx="1296000" cy="648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toneGain</a:t>
              </a:r>
              <a:endParaRPr lang="en-GB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091A9D-1859-4C80-939C-C26E089B6283}"/>
                </a:ext>
              </a:extLst>
            </p:cNvPr>
            <p:cNvSpPr/>
            <p:nvPr/>
          </p:nvSpPr>
          <p:spPr>
            <a:xfrm>
              <a:off x="6255390" y="2343492"/>
              <a:ext cx="1296000" cy="648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delay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5ED74-49EB-4228-B181-A49FEB6657FF}"/>
                </a:ext>
              </a:extLst>
            </p:cNvPr>
            <p:cNvSpPr/>
            <p:nvPr/>
          </p:nvSpPr>
          <p:spPr>
            <a:xfrm>
              <a:off x="5091771" y="3503208"/>
              <a:ext cx="1296000" cy="648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feedback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5AAF06-0DE7-4BFE-810F-0DF69DB1C8B6}"/>
                </a:ext>
              </a:extLst>
            </p:cNvPr>
            <p:cNvSpPr/>
            <p:nvPr/>
          </p:nvSpPr>
          <p:spPr>
            <a:xfrm>
              <a:off x="8300180" y="2343492"/>
              <a:ext cx="1296000" cy="648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destination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AE37496-5A89-44AC-B3BC-C72204A013FB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117651" y="2667492"/>
              <a:ext cx="70391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5DA74D-715F-4D87-A40C-D57D0FDA8846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5117566" y="2667492"/>
              <a:ext cx="1137824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F6A41CC-18AC-4BEF-BACF-33F177122464}"/>
                </a:ext>
              </a:extLst>
            </p:cNvPr>
            <p:cNvCxnSpPr>
              <a:cxnSpLocks/>
              <a:stCxn id="8" idx="3"/>
              <a:endCxn id="10" idx="1"/>
            </p:cNvCxnSpPr>
            <p:nvPr/>
          </p:nvCxnSpPr>
          <p:spPr>
            <a:xfrm>
              <a:off x="7551390" y="2667492"/>
              <a:ext cx="74879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F9DBAC4C-D7C7-4B0A-82FA-A00A1A55A029}"/>
                </a:ext>
              </a:extLst>
            </p:cNvPr>
            <p:cNvCxnSpPr>
              <a:cxnSpLocks/>
              <a:stCxn id="8" idx="1"/>
              <a:endCxn id="9" idx="0"/>
            </p:cNvCxnSpPr>
            <p:nvPr/>
          </p:nvCxnSpPr>
          <p:spPr>
            <a:xfrm rot="10800000" flipV="1">
              <a:off x="5739772" y="2667492"/>
              <a:ext cx="515619" cy="835716"/>
            </a:xfrm>
            <a:prstGeom prst="bentConnector2">
              <a:avLst/>
            </a:prstGeom>
            <a:ln w="31750">
              <a:solidFill>
                <a:schemeClr val="tx1"/>
              </a:solidFill>
              <a:headEnd type="arrow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8C676A43-C44B-4251-9B71-DE43A529FD3E}"/>
                </a:ext>
              </a:extLst>
            </p:cNvPr>
            <p:cNvCxnSpPr>
              <a:cxnSpLocks/>
              <a:stCxn id="9" idx="3"/>
              <a:endCxn id="8" idx="2"/>
            </p:cNvCxnSpPr>
            <p:nvPr/>
          </p:nvCxnSpPr>
          <p:spPr>
            <a:xfrm flipV="1">
              <a:off x="6387771" y="2991492"/>
              <a:ext cx="515619" cy="835716"/>
            </a:xfrm>
            <a:prstGeom prst="bentConnector2">
              <a:avLst/>
            </a:prstGeom>
            <a:ln w="31750">
              <a:solidFill>
                <a:schemeClr val="tx1"/>
              </a:solidFill>
              <a:headEnd type="arrow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723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9C7-17CC-4176-A591-2D8582D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74628" cy="636580"/>
          </a:xfrm>
        </p:spPr>
        <p:txBody>
          <a:bodyPr>
            <a:normAutofit fontScale="90000"/>
          </a:bodyPr>
          <a:lstStyle/>
          <a:p>
            <a:r>
              <a:rPr lang="en-GB" dirty="0"/>
              <a:t>Figure 10.3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442-26ED-41FE-8C90-4C80544A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5855"/>
            <a:ext cx="10915746" cy="105702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ALT TEXT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10.3. Audio graph for a simple implementation of the Karplus-Strong algorithm.</a:t>
            </a: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62159D-FDDE-47A9-A4E8-4614BCB83E7B}"/>
              </a:ext>
            </a:extLst>
          </p:cNvPr>
          <p:cNvSpPr/>
          <p:nvPr/>
        </p:nvSpPr>
        <p:spPr>
          <a:xfrm>
            <a:off x="1681788" y="2343492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21FD23-E25B-4B10-B670-D8EB3D66FD41}"/>
              </a:ext>
            </a:extLst>
          </p:cNvPr>
          <p:cNvSpPr/>
          <p:nvPr/>
        </p:nvSpPr>
        <p:spPr>
          <a:xfrm>
            <a:off x="3482590" y="2343492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  <a:p>
            <a:pPr algn="ctr"/>
            <a:r>
              <a:rPr lang="en-GB" dirty="0"/>
              <a:t>Gain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BC5562-5E39-42C8-A1D0-5E65F62378DF}"/>
              </a:ext>
            </a:extLst>
          </p:cNvPr>
          <p:cNvSpPr/>
          <p:nvPr/>
        </p:nvSpPr>
        <p:spPr>
          <a:xfrm>
            <a:off x="6946156" y="3503208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5E0528-F0E6-4A2B-8367-5AB0FD362F9A}"/>
              </a:ext>
            </a:extLst>
          </p:cNvPr>
          <p:cNvSpPr/>
          <p:nvPr/>
        </p:nvSpPr>
        <p:spPr>
          <a:xfrm>
            <a:off x="5261598" y="3503208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Feedback</a:t>
            </a:r>
          </a:p>
          <a:p>
            <a:pPr algn="ctr"/>
            <a:r>
              <a:rPr lang="en-GB" dirty="0"/>
              <a:t>Gain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A5D728-1E40-4ECE-A8C2-6B1EC911C676}"/>
              </a:ext>
            </a:extLst>
          </p:cNvPr>
          <p:cNvSpPr/>
          <p:nvPr/>
        </p:nvSpPr>
        <p:spPr>
          <a:xfrm>
            <a:off x="8236835" y="2343492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destination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DBA98CF-A7B3-4356-A024-0560C52352C3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2977788" y="2667492"/>
            <a:ext cx="50480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32AEA7-2488-428B-A003-71A0C489BF0D}"/>
              </a:ext>
            </a:extLst>
          </p:cNvPr>
          <p:cNvCxnSpPr>
            <a:cxnSpLocks/>
            <a:stCxn id="30" idx="3"/>
            <a:endCxn id="39" idx="2"/>
          </p:cNvCxnSpPr>
          <p:nvPr/>
        </p:nvCxnSpPr>
        <p:spPr>
          <a:xfrm>
            <a:off x="4778590" y="2667492"/>
            <a:ext cx="74415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28361D-A98F-44E3-B5E0-B2223F18088A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flipH="1">
            <a:off x="6341598" y="3827208"/>
            <a:ext cx="604558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1F4BBAC-3C1A-4D49-805B-DACF967FAA7C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7486156" y="2667492"/>
            <a:ext cx="0" cy="83571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F5D358-468A-4F2C-9E00-EBB07C07B005}"/>
              </a:ext>
            </a:extLst>
          </p:cNvPr>
          <p:cNvCxnSpPr>
            <a:cxnSpLocks/>
            <a:stCxn id="32" idx="0"/>
            <a:endCxn id="39" idx="4"/>
          </p:cNvCxnSpPr>
          <p:nvPr/>
        </p:nvCxnSpPr>
        <p:spPr>
          <a:xfrm flipH="1" flipV="1">
            <a:off x="5792746" y="2937492"/>
            <a:ext cx="8852" cy="56571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3B80201-3EC4-4DA1-9E22-C5578F8AA491}"/>
              </a:ext>
            </a:extLst>
          </p:cNvPr>
          <p:cNvSpPr/>
          <p:nvPr/>
        </p:nvSpPr>
        <p:spPr>
          <a:xfrm>
            <a:off x="5522746" y="2397492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03C346-F1C4-4620-8842-9F6637CC6935}"/>
              </a:ext>
            </a:extLst>
          </p:cNvPr>
          <p:cNvCxnSpPr>
            <a:cxnSpLocks/>
            <a:stCxn id="39" idx="6"/>
            <a:endCxn id="33" idx="1"/>
          </p:cNvCxnSpPr>
          <p:nvPr/>
        </p:nvCxnSpPr>
        <p:spPr>
          <a:xfrm>
            <a:off x="6062746" y="2667492"/>
            <a:ext cx="217408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517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9C7-17CC-4176-A591-2D8582D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13" y="204413"/>
            <a:ext cx="2640256" cy="636580"/>
          </a:xfrm>
        </p:spPr>
        <p:txBody>
          <a:bodyPr>
            <a:normAutofit fontScale="90000"/>
          </a:bodyPr>
          <a:lstStyle/>
          <a:p>
            <a:r>
              <a:rPr lang="en-GB" dirty="0"/>
              <a:t>Figure 17.6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442-26ED-41FE-8C90-4C80544A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13" y="5805083"/>
            <a:ext cx="10915746" cy="105702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ALT TEXT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17.6 The spatialization procedure used in the 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PannerNode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CE8EB1-5413-48BF-A57A-7F6E15B12759}"/>
              </a:ext>
            </a:extLst>
          </p:cNvPr>
          <p:cNvGrpSpPr/>
          <p:nvPr/>
        </p:nvGrpSpPr>
        <p:grpSpPr>
          <a:xfrm>
            <a:off x="2302156" y="931613"/>
            <a:ext cx="9468710" cy="5024302"/>
            <a:chOff x="1623425" y="783150"/>
            <a:chExt cx="9468710" cy="502430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8D3A6C1-5D88-46BF-9C25-61E25C29A1AF}"/>
                </a:ext>
              </a:extLst>
            </p:cNvPr>
            <p:cNvSpPr/>
            <p:nvPr/>
          </p:nvSpPr>
          <p:spPr>
            <a:xfrm>
              <a:off x="5472038" y="783150"/>
              <a:ext cx="1580172" cy="756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AudioListener</a:t>
              </a:r>
              <a:endParaRPr lang="en-GB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3FE6B74-4F44-4900-96B8-C193124FF970}"/>
                </a:ext>
              </a:extLst>
            </p:cNvPr>
            <p:cNvSpPr/>
            <p:nvPr/>
          </p:nvSpPr>
          <p:spPr>
            <a:xfrm>
              <a:off x="1793472" y="2334993"/>
              <a:ext cx="1473234" cy="7560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Input source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4CE370D-F327-4CD4-B437-44ECE9BC64C0}"/>
                </a:ext>
              </a:extLst>
            </p:cNvPr>
            <p:cNvSpPr/>
            <p:nvPr/>
          </p:nvSpPr>
          <p:spPr>
            <a:xfrm>
              <a:off x="3665800" y="2325979"/>
              <a:ext cx="1473234" cy="7560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Distance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C1E6A5D-2568-496D-B9C7-00DA705BDA34}"/>
                </a:ext>
              </a:extLst>
            </p:cNvPr>
            <p:cNvSpPr/>
            <p:nvPr/>
          </p:nvSpPr>
          <p:spPr>
            <a:xfrm>
              <a:off x="5538128" y="2325979"/>
              <a:ext cx="1473234" cy="7560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Sound cone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7A37BEF-4E91-4D0C-9E4F-AB7F5B913C6D}"/>
                </a:ext>
              </a:extLst>
            </p:cNvPr>
            <p:cNvSpPr/>
            <p:nvPr/>
          </p:nvSpPr>
          <p:spPr>
            <a:xfrm>
              <a:off x="7410456" y="2325979"/>
              <a:ext cx="1473234" cy="7560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Panning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2962D3A-4FDD-4F2D-B370-DA27FE98D60D}"/>
                </a:ext>
              </a:extLst>
            </p:cNvPr>
            <p:cNvSpPr/>
            <p:nvPr/>
          </p:nvSpPr>
          <p:spPr>
            <a:xfrm>
              <a:off x="9400332" y="1936333"/>
              <a:ext cx="1548000" cy="6840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700" dirty="0"/>
                <a:t>Left channel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07E120F-B341-47F4-842B-F7438E500A26}"/>
                </a:ext>
              </a:extLst>
            </p:cNvPr>
            <p:cNvSpPr/>
            <p:nvPr/>
          </p:nvSpPr>
          <p:spPr>
            <a:xfrm>
              <a:off x="9400332" y="2824930"/>
              <a:ext cx="1548000" cy="6840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Right channel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65BF108-6678-4A2D-81DF-18BC54D7E8E5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>
              <a:off x="6262124" y="1539150"/>
              <a:ext cx="1884949" cy="786829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7486C20-05BA-4BF0-B218-2C92005FBB73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 flipV="1">
              <a:off x="3266706" y="2703979"/>
              <a:ext cx="399094" cy="901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9826F03-2F9F-4F86-B69E-0B3900DA3DA6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5139034" y="2703979"/>
              <a:ext cx="399094" cy="0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57BF606-F02F-43F0-BD31-A8C47A0EB5CD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7011362" y="2703979"/>
              <a:ext cx="399094" cy="0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33D7D8B-37D3-4FBE-B835-5BE523222731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 flipV="1">
              <a:off x="8883690" y="2278333"/>
              <a:ext cx="516642" cy="42564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ED03836-3625-4DC7-83B0-6554DF2C1E3B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8883690" y="2703979"/>
              <a:ext cx="516642" cy="46295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1DE57A-40FA-4090-AA0A-52544887877A}"/>
                </a:ext>
              </a:extLst>
            </p:cNvPr>
            <p:cNvSpPr txBox="1"/>
            <p:nvPr/>
          </p:nvSpPr>
          <p:spPr>
            <a:xfrm>
              <a:off x="1665612" y="3838028"/>
              <a:ext cx="20001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err="1"/>
                <a:t>PannerNode</a:t>
              </a:r>
              <a:r>
                <a:rPr lang="en-GB" b="1" dirty="0"/>
                <a:t> parameters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AA784E7-3499-4C61-A2CC-F3B2A08C5AAB}"/>
                </a:ext>
              </a:extLst>
            </p:cNvPr>
            <p:cNvSpPr/>
            <p:nvPr/>
          </p:nvSpPr>
          <p:spPr>
            <a:xfrm>
              <a:off x="1623425" y="3767008"/>
              <a:ext cx="9468710" cy="2040444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DB61B5-E4E8-45C2-A16D-8AEB8B9CA430}"/>
                </a:ext>
              </a:extLst>
            </p:cNvPr>
            <p:cNvSpPr txBox="1"/>
            <p:nvPr/>
          </p:nvSpPr>
          <p:spPr>
            <a:xfrm>
              <a:off x="8560272" y="4444768"/>
              <a:ext cx="1553630" cy="369332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panningModel</a:t>
              </a:r>
              <a:endParaRPr lang="en-GB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9ECB26-9FB5-4AD7-B01D-6232D069CAEC}"/>
                </a:ext>
              </a:extLst>
            </p:cNvPr>
            <p:cNvSpPr txBox="1"/>
            <p:nvPr/>
          </p:nvSpPr>
          <p:spPr>
            <a:xfrm>
              <a:off x="6668133" y="3922282"/>
              <a:ext cx="1715919" cy="1754326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coneInnerAngle</a:t>
              </a:r>
              <a:endParaRPr lang="en-GB" dirty="0"/>
            </a:p>
            <a:p>
              <a:r>
                <a:rPr lang="en-GB" dirty="0" err="1"/>
                <a:t>coneOuterAngle</a:t>
              </a:r>
              <a:endParaRPr lang="en-GB" dirty="0"/>
            </a:p>
            <a:p>
              <a:r>
                <a:rPr lang="en-GB" dirty="0" err="1"/>
                <a:t>coneOuterGain</a:t>
              </a:r>
              <a:endParaRPr lang="en-GB" dirty="0"/>
            </a:p>
            <a:p>
              <a:r>
                <a:rPr lang="en-GB" dirty="0" err="1"/>
                <a:t>orientationX</a:t>
              </a:r>
              <a:endParaRPr lang="en-GB" dirty="0"/>
            </a:p>
            <a:p>
              <a:r>
                <a:rPr lang="en-GB" dirty="0" err="1"/>
                <a:t>orientationY</a:t>
              </a:r>
              <a:endParaRPr lang="en-GB" dirty="0"/>
            </a:p>
            <a:p>
              <a:r>
                <a:rPr lang="en-GB" dirty="0" err="1"/>
                <a:t>orientationZ</a:t>
              </a:r>
              <a:endParaRPr lang="en-GB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B9B0A1E-4194-468D-A1BE-9D9A90025560}"/>
                </a:ext>
              </a:extLst>
            </p:cNvPr>
            <p:cNvSpPr txBox="1"/>
            <p:nvPr/>
          </p:nvSpPr>
          <p:spPr>
            <a:xfrm>
              <a:off x="3174460" y="4200672"/>
              <a:ext cx="1575496" cy="1200329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distanceModel</a:t>
              </a:r>
              <a:endParaRPr lang="en-GB" dirty="0"/>
            </a:p>
            <a:p>
              <a:r>
                <a:rPr lang="en-GB" dirty="0" err="1"/>
                <a:t>rolloffFactor</a:t>
              </a:r>
              <a:endParaRPr lang="en-GB" dirty="0"/>
            </a:p>
            <a:p>
              <a:r>
                <a:rPr lang="en-GB" dirty="0" err="1"/>
                <a:t>refDistance</a:t>
              </a:r>
              <a:endParaRPr lang="en-GB" dirty="0"/>
            </a:p>
            <a:p>
              <a:r>
                <a:rPr lang="en-GB" dirty="0" err="1"/>
                <a:t>maxDisrance</a:t>
              </a:r>
              <a:endParaRPr lang="en-GB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B25AF0A-DB5A-4788-9527-BDC33BB602D2}"/>
                </a:ext>
              </a:extLst>
            </p:cNvPr>
            <p:cNvCxnSpPr>
              <a:cxnSpLocks/>
              <a:stCxn id="6" idx="2"/>
              <a:endCxn id="9" idx="0"/>
            </p:cNvCxnSpPr>
            <p:nvPr/>
          </p:nvCxnSpPr>
          <p:spPr>
            <a:xfrm>
              <a:off x="6262124" y="1539150"/>
              <a:ext cx="12621" cy="786829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E4C4F22-D15F-4EE1-8D84-C704B9D3D605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4386196" y="1539150"/>
              <a:ext cx="1875928" cy="789400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5A6762-9A93-4D1F-80E4-658656FF0AD8}"/>
                </a:ext>
              </a:extLst>
            </p:cNvPr>
            <p:cNvSpPr txBox="1"/>
            <p:nvPr/>
          </p:nvSpPr>
          <p:spPr>
            <a:xfrm>
              <a:off x="4969779" y="3980693"/>
              <a:ext cx="1553630" cy="923330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GB" dirty="0" err="1"/>
                <a:t>positionX</a:t>
              </a:r>
              <a:endParaRPr lang="en-GB" dirty="0"/>
            </a:p>
            <a:p>
              <a:r>
                <a:rPr lang="en-GB" dirty="0" err="1"/>
                <a:t>positionY</a:t>
              </a:r>
              <a:endParaRPr lang="en-GB" dirty="0"/>
            </a:p>
            <a:p>
              <a:r>
                <a:rPr lang="en-GB" dirty="0" err="1"/>
                <a:t>positionZ</a:t>
              </a:r>
              <a:endParaRPr lang="en-GB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279D0C7-36FA-4060-A89F-E072CAED7EDB}"/>
                </a:ext>
              </a:extLst>
            </p:cNvPr>
            <p:cNvCxnSpPr>
              <a:cxnSpLocks/>
              <a:stCxn id="21" idx="0"/>
              <a:endCxn id="10" idx="2"/>
            </p:cNvCxnSpPr>
            <p:nvPr/>
          </p:nvCxnSpPr>
          <p:spPr>
            <a:xfrm flipH="1" flipV="1">
              <a:off x="8147073" y="3081979"/>
              <a:ext cx="1190014" cy="1362789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F7CAE9B-C6EE-49AE-96B1-0DF3CF05989E}"/>
                </a:ext>
              </a:extLst>
            </p:cNvPr>
            <p:cNvCxnSpPr>
              <a:cxnSpLocks/>
              <a:stCxn id="22" idx="0"/>
              <a:endCxn id="9" idx="2"/>
            </p:cNvCxnSpPr>
            <p:nvPr/>
          </p:nvCxnSpPr>
          <p:spPr>
            <a:xfrm flipH="1" flipV="1">
              <a:off x="6274745" y="3081979"/>
              <a:ext cx="1251348" cy="840303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BA62ACB-0E54-4F40-9A7A-20F4539D98BC}"/>
                </a:ext>
              </a:extLst>
            </p:cNvPr>
            <p:cNvCxnSpPr>
              <a:cxnSpLocks/>
              <a:stCxn id="23" idx="0"/>
              <a:endCxn id="8" idx="2"/>
            </p:cNvCxnSpPr>
            <p:nvPr/>
          </p:nvCxnSpPr>
          <p:spPr>
            <a:xfrm flipV="1">
              <a:off x="3962208" y="3081979"/>
              <a:ext cx="440209" cy="1118693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9FD98FF-23C9-4EC6-A819-491126DD4DB8}"/>
                </a:ext>
              </a:extLst>
            </p:cNvPr>
            <p:cNvCxnSpPr>
              <a:cxnSpLocks/>
              <a:stCxn id="26" idx="0"/>
              <a:endCxn id="10" idx="2"/>
            </p:cNvCxnSpPr>
            <p:nvPr/>
          </p:nvCxnSpPr>
          <p:spPr>
            <a:xfrm flipV="1">
              <a:off x="5746594" y="3081979"/>
              <a:ext cx="2400479" cy="898714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B9027FE-0FE6-4879-AE41-FAA218181979}"/>
                </a:ext>
              </a:extLst>
            </p:cNvPr>
            <p:cNvCxnSpPr>
              <a:cxnSpLocks/>
              <a:stCxn id="26" idx="0"/>
              <a:endCxn id="9" idx="2"/>
            </p:cNvCxnSpPr>
            <p:nvPr/>
          </p:nvCxnSpPr>
          <p:spPr>
            <a:xfrm flipV="1">
              <a:off x="5746594" y="3081979"/>
              <a:ext cx="528151" cy="898714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13BB98E-4CFA-4F5F-9498-8D56E8645A02}"/>
                </a:ext>
              </a:extLst>
            </p:cNvPr>
            <p:cNvCxnSpPr>
              <a:cxnSpLocks/>
              <a:stCxn id="26" idx="0"/>
              <a:endCxn id="8" idx="2"/>
            </p:cNvCxnSpPr>
            <p:nvPr/>
          </p:nvCxnSpPr>
          <p:spPr>
            <a:xfrm flipH="1" flipV="1">
              <a:off x="4402417" y="3081979"/>
              <a:ext cx="1344177" cy="898714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269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9C7-17CC-4176-A591-2D8582D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74628" cy="636580"/>
          </a:xfrm>
        </p:spPr>
        <p:txBody>
          <a:bodyPr>
            <a:normAutofit fontScale="90000"/>
          </a:bodyPr>
          <a:lstStyle/>
          <a:p>
            <a:r>
              <a:rPr lang="en-GB" dirty="0"/>
              <a:t>Figure 18.1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442-26ED-41FE-8C90-4C80544A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5855"/>
            <a:ext cx="10915746" cy="10570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ALT TEXT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18.1. Interaction between an audio worklet node and audio worklet processor, along with the syntax for how these components can be created.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41D6A4-F075-494E-AD0A-2951D803516D}"/>
              </a:ext>
            </a:extLst>
          </p:cNvPr>
          <p:cNvGrpSpPr/>
          <p:nvPr/>
        </p:nvGrpSpPr>
        <p:grpSpPr>
          <a:xfrm>
            <a:off x="90175" y="1478839"/>
            <a:ext cx="11784115" cy="3255589"/>
            <a:chOff x="90175" y="1478839"/>
            <a:chExt cx="11784115" cy="325558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078DB53-6E07-4E14-95A2-1ADE126BAD0F}"/>
                </a:ext>
              </a:extLst>
            </p:cNvPr>
            <p:cNvCxnSpPr>
              <a:cxnSpLocks/>
              <a:stCxn id="16" idx="1"/>
              <a:endCxn id="7" idx="3"/>
            </p:cNvCxnSpPr>
            <p:nvPr/>
          </p:nvCxnSpPr>
          <p:spPr>
            <a:xfrm flipH="1">
              <a:off x="4361117" y="2842555"/>
              <a:ext cx="2923496" cy="0"/>
            </a:xfrm>
            <a:prstGeom prst="straightConnector1">
              <a:avLst/>
            </a:prstGeom>
            <a:ln w="114300" cmpd="dbl">
              <a:solidFill>
                <a:srgbClr val="660066"/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4EDA4C-B2A4-4AF8-AE6C-A6EA12A5D0F7}"/>
                </a:ext>
              </a:extLst>
            </p:cNvPr>
            <p:cNvSpPr txBox="1"/>
            <p:nvPr/>
          </p:nvSpPr>
          <p:spPr>
            <a:xfrm>
              <a:off x="4547589" y="2298917"/>
              <a:ext cx="3137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Asynchronous messaging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4533E7D-C607-4824-A824-2938EEF01D17}"/>
                </a:ext>
              </a:extLst>
            </p:cNvPr>
            <p:cNvSpPr/>
            <p:nvPr/>
          </p:nvSpPr>
          <p:spPr>
            <a:xfrm>
              <a:off x="1678450" y="2482555"/>
              <a:ext cx="2682667" cy="7200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AudioWorkletProcessor</a:t>
              </a:r>
              <a:endParaRPr lang="en-GB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C004273-4038-4FA6-A58F-F2DEF0138B69}"/>
                </a:ext>
              </a:extLst>
            </p:cNvPr>
            <p:cNvCxnSpPr>
              <a:cxnSpLocks/>
            </p:cNvCxnSpPr>
            <p:nvPr/>
          </p:nvCxnSpPr>
          <p:spPr>
            <a:xfrm>
              <a:off x="310200" y="2944970"/>
              <a:ext cx="1368000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20E30D-D849-4977-9D92-2B5A85B45E5C}"/>
                </a:ext>
              </a:extLst>
            </p:cNvPr>
            <p:cNvSpPr/>
            <p:nvPr/>
          </p:nvSpPr>
          <p:spPr>
            <a:xfrm>
              <a:off x="1154196" y="1494428"/>
              <a:ext cx="4310708" cy="3240000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2EFDA6-2A88-43B2-9332-C183E75F4948}"/>
                </a:ext>
              </a:extLst>
            </p:cNvPr>
            <p:cNvSpPr txBox="1"/>
            <p:nvPr/>
          </p:nvSpPr>
          <p:spPr>
            <a:xfrm>
              <a:off x="1317780" y="1631592"/>
              <a:ext cx="43107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AudioWorklet</a:t>
              </a:r>
              <a:r>
                <a:rPr lang="en-GB" sz="2400" dirty="0"/>
                <a:t> global scope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14BC5E-2725-4A52-B2EB-0874B26DEE89}"/>
                </a:ext>
              </a:extLst>
            </p:cNvPr>
            <p:cNvCxnSpPr>
              <a:cxnSpLocks/>
            </p:cNvCxnSpPr>
            <p:nvPr/>
          </p:nvCxnSpPr>
          <p:spPr>
            <a:xfrm>
              <a:off x="248089" y="2694761"/>
              <a:ext cx="1368000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96AED1-8F21-409D-991D-0B166B7EFC0F}"/>
                </a:ext>
              </a:extLst>
            </p:cNvPr>
            <p:cNvSpPr txBox="1"/>
            <p:nvPr/>
          </p:nvSpPr>
          <p:spPr>
            <a:xfrm>
              <a:off x="90175" y="2233827"/>
              <a:ext cx="1473234" cy="372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Audio in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130473-6957-4D8F-9807-390669F6FFA0}"/>
                </a:ext>
              </a:extLst>
            </p:cNvPr>
            <p:cNvSpPr txBox="1"/>
            <p:nvPr/>
          </p:nvSpPr>
          <p:spPr>
            <a:xfrm>
              <a:off x="96799" y="2992480"/>
              <a:ext cx="1473234" cy="372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Audio out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62AA6-5328-49FB-B753-402C58CB7550}"/>
                </a:ext>
              </a:extLst>
            </p:cNvPr>
            <p:cNvSpPr txBox="1"/>
            <p:nvPr/>
          </p:nvSpPr>
          <p:spPr>
            <a:xfrm>
              <a:off x="1331000" y="3557853"/>
              <a:ext cx="3888000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 err="1">
                  <a:latin typeface="Consolas" panose="020B0609020204030204" pitchFamily="49" charset="0"/>
                </a:rPr>
                <a:t>registerProcessor</a:t>
              </a:r>
              <a:r>
                <a:rPr lang="en-GB" sz="1600" dirty="0">
                  <a:latin typeface="Consolas" panose="020B0609020204030204" pitchFamily="49" charset="0"/>
                </a:rPr>
                <a:t>('my-processor',</a:t>
              </a:r>
            </a:p>
            <a:p>
              <a:r>
                <a:rPr lang="en-GB" sz="1600" dirty="0">
                  <a:latin typeface="Consolas" panose="020B0609020204030204" pitchFamily="49" charset="0"/>
                </a:rPr>
                <a:t>  class extends</a:t>
              </a:r>
            </a:p>
            <a:p>
              <a:r>
                <a:rPr lang="en-GB" sz="1600" dirty="0">
                  <a:latin typeface="Consolas" panose="020B0609020204030204" pitchFamily="49" charset="0"/>
                </a:rPr>
                <a:t>  </a:t>
              </a:r>
              <a:r>
                <a:rPr lang="en-GB" sz="1600" dirty="0" err="1">
                  <a:latin typeface="Consolas" panose="020B0609020204030204" pitchFamily="49" charset="0"/>
                </a:rPr>
                <a:t>AudioWorkletProcessor</a:t>
              </a:r>
              <a:r>
                <a:rPr lang="en-GB" sz="1600" dirty="0">
                  <a:latin typeface="Consolas" panose="020B0609020204030204" pitchFamily="49" charset="0"/>
                </a:rPr>
                <a:t> {…}</a:t>
              </a:r>
            </a:p>
            <a:p>
              <a:r>
                <a:rPr lang="en-GB" sz="1600" dirty="0">
                  <a:latin typeface="Consolas" panose="020B0609020204030204" pitchFamily="49" charset="0"/>
                </a:rPr>
                <a:t>)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D6BA98-887F-481A-842F-84B681181A16}"/>
                </a:ext>
              </a:extLst>
            </p:cNvPr>
            <p:cNvGrpSpPr/>
            <p:nvPr/>
          </p:nvGrpSpPr>
          <p:grpSpPr>
            <a:xfrm>
              <a:off x="6004657" y="1478839"/>
              <a:ext cx="5869633" cy="3240000"/>
              <a:chOff x="2456596" y="2352295"/>
              <a:chExt cx="5869633" cy="3240000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DF5B914-27C0-448E-9789-695933CBA2CB}"/>
                  </a:ext>
                </a:extLst>
              </p:cNvPr>
              <p:cNvSpPr/>
              <p:nvPr/>
            </p:nvSpPr>
            <p:spPr>
              <a:xfrm>
                <a:off x="3736552" y="3356011"/>
                <a:ext cx="2086870" cy="720000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AudioWorkletNode</a:t>
                </a:r>
                <a:endParaRPr lang="en-GB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483348-4DF8-42CF-B6DE-6D2B8FB9F466}"/>
                  </a:ext>
                </a:extLst>
              </p:cNvPr>
              <p:cNvSpPr/>
              <p:nvPr/>
            </p:nvSpPr>
            <p:spPr>
              <a:xfrm>
                <a:off x="2456596" y="2352295"/>
                <a:ext cx="4380757" cy="3240000"/>
              </a:xfrm>
              <a:prstGeom prst="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445BBFD-1651-466A-B3A8-3569F98A6C44}"/>
                  </a:ext>
                </a:extLst>
              </p:cNvPr>
              <p:cNvSpPr txBox="1"/>
              <p:nvPr/>
            </p:nvSpPr>
            <p:spPr>
              <a:xfrm>
                <a:off x="2664365" y="2458882"/>
                <a:ext cx="25664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Main global scope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A6FF037-BDC0-4275-9640-86FEE47FFE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3422" y="3913386"/>
                <a:ext cx="1296000" cy="0"/>
              </a:xfrm>
              <a:prstGeom prst="straightConnector1">
                <a:avLst/>
              </a:prstGeom>
              <a:ln w="31750">
                <a:solidFill>
                  <a:schemeClr val="bg2">
                    <a:lumMod val="50000"/>
                  </a:schemeClr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13522D1-EA75-491E-96D3-8E09196858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23422" y="3577150"/>
                <a:ext cx="1296000" cy="0"/>
              </a:xfrm>
              <a:prstGeom prst="straightConnector1">
                <a:avLst/>
              </a:prstGeom>
              <a:ln w="31750">
                <a:solidFill>
                  <a:schemeClr val="bg2">
                    <a:lumMod val="50000"/>
                  </a:schemeClr>
                </a:solidFill>
                <a:headEnd type="triangle" w="lg" len="lg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8CBAC9-3B2F-4F1A-A1E3-2A129546D594}"/>
                  </a:ext>
                </a:extLst>
              </p:cNvPr>
              <p:cNvSpPr txBox="1"/>
              <p:nvPr/>
            </p:nvSpPr>
            <p:spPr>
              <a:xfrm>
                <a:off x="6837351" y="3987884"/>
                <a:ext cx="14888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Application interaction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CD62ADC-08B1-4AA8-AE1A-FAF7EC861440}"/>
                  </a:ext>
                </a:extLst>
              </p:cNvPr>
              <p:cNvSpPr txBox="1"/>
              <p:nvPr/>
            </p:nvSpPr>
            <p:spPr>
              <a:xfrm>
                <a:off x="2647067" y="4431309"/>
                <a:ext cx="3999813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600" dirty="0">
                    <a:latin typeface="Consolas" panose="020B0609020204030204" pitchFamily="49" charset="0"/>
                  </a:rPr>
                  <a:t>let </a:t>
                </a:r>
                <a:r>
                  <a:rPr lang="en-GB" sz="1600" dirty="0" err="1">
                    <a:latin typeface="Consolas" panose="020B0609020204030204" pitchFamily="49" charset="0"/>
                  </a:rPr>
                  <a:t>myNode</a:t>
                </a:r>
                <a:r>
                  <a:rPr lang="en-GB" sz="1600" dirty="0">
                    <a:latin typeface="Consolas" panose="020B0609020204030204" pitchFamily="49" charset="0"/>
                  </a:rPr>
                  <a:t> = new </a:t>
                </a:r>
                <a:r>
                  <a:rPr lang="en-GB" sz="1600" dirty="0" err="1">
                    <a:latin typeface="Consolas" panose="020B0609020204030204" pitchFamily="49" charset="0"/>
                  </a:rPr>
                  <a:t>AudioWorkletNode</a:t>
                </a:r>
                <a:r>
                  <a:rPr lang="en-GB" sz="1600" dirty="0">
                    <a:latin typeface="Consolas" panose="020B0609020204030204" pitchFamily="49" charset="0"/>
                  </a:rPr>
                  <a:t>(</a:t>
                </a:r>
              </a:p>
              <a:p>
                <a:r>
                  <a:rPr lang="en-GB" sz="1600" dirty="0">
                    <a:latin typeface="Consolas" panose="020B0609020204030204" pitchFamily="49" charset="0"/>
                  </a:rPr>
                  <a:t>  context, </a:t>
                </a:r>
              </a:p>
              <a:p>
                <a:r>
                  <a:rPr lang="en-GB" sz="1600" dirty="0">
                    <a:latin typeface="Consolas" panose="020B0609020204030204" pitchFamily="49" charset="0"/>
                  </a:rPr>
                  <a:t>  'my-processor'</a:t>
                </a:r>
              </a:p>
              <a:p>
                <a:r>
                  <a:rPr lang="en-GB" sz="1600" dirty="0">
                    <a:latin typeface="Consolas" panose="020B0609020204030204" pitchFamily="49" charset="0"/>
                  </a:rPr>
                  <a:t>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6450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A9C7-17CC-4176-A591-2D8582D8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74628" cy="636580"/>
          </a:xfrm>
        </p:spPr>
        <p:txBody>
          <a:bodyPr>
            <a:normAutofit fontScale="90000"/>
          </a:bodyPr>
          <a:lstStyle/>
          <a:p>
            <a:r>
              <a:rPr lang="en-GB" dirty="0"/>
              <a:t>Figure 19.1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DC442-26ED-41FE-8C90-4C80544A0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5855"/>
            <a:ext cx="10915746" cy="105702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ALT TEXT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19.1. Rewriting a buffer to store previous inputs.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24C82B-8A33-4226-AD25-A1F2A8786BDF}"/>
              </a:ext>
            </a:extLst>
          </p:cNvPr>
          <p:cNvGrpSpPr/>
          <p:nvPr/>
        </p:nvGrpSpPr>
        <p:grpSpPr>
          <a:xfrm>
            <a:off x="4032608" y="273094"/>
            <a:ext cx="7656273" cy="5284824"/>
            <a:chOff x="2272047" y="1169297"/>
            <a:chExt cx="7656273" cy="5284824"/>
          </a:xfrm>
        </p:grpSpPr>
        <p:sp>
          <p:nvSpPr>
            <p:cNvPr id="6" name="Rectangle 27">
              <a:extLst>
                <a:ext uri="{FF2B5EF4-FFF2-40B4-BE49-F238E27FC236}">
                  <a16:creationId xmlns:a16="http://schemas.microsoft.com/office/drawing/2014/main" id="{B76B195A-9876-446B-8754-3AB420EA6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740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7" name="Rectangle 28">
              <a:extLst>
                <a:ext uri="{FF2B5EF4-FFF2-40B4-BE49-F238E27FC236}">
                  <a16:creationId xmlns:a16="http://schemas.microsoft.com/office/drawing/2014/main" id="{034A3241-F8DF-4181-83D3-6C0D51471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099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8" name="Rectangle 29">
              <a:extLst>
                <a:ext uri="{FF2B5EF4-FFF2-40B4-BE49-F238E27FC236}">
                  <a16:creationId xmlns:a16="http://schemas.microsoft.com/office/drawing/2014/main" id="{B68A4B48-C642-4259-990B-75096172E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388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9" name="Rectangle 30">
              <a:extLst>
                <a:ext uri="{FF2B5EF4-FFF2-40B4-BE49-F238E27FC236}">
                  <a16:creationId xmlns:a16="http://schemas.microsoft.com/office/drawing/2014/main" id="{E86713EE-C308-46E7-981D-ECC43368B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677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0" name="Rectangle 31">
              <a:extLst>
                <a:ext uri="{FF2B5EF4-FFF2-40B4-BE49-F238E27FC236}">
                  <a16:creationId xmlns:a16="http://schemas.microsoft.com/office/drawing/2014/main" id="{551E984C-6788-4F77-8C3A-4515FF445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966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1" name="Rectangle 32">
              <a:extLst>
                <a:ext uri="{FF2B5EF4-FFF2-40B4-BE49-F238E27FC236}">
                  <a16:creationId xmlns:a16="http://schemas.microsoft.com/office/drawing/2014/main" id="{4AAB721E-1A3C-4599-8FF5-673758829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9255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2" name="Rectangle 33">
              <a:extLst>
                <a:ext uri="{FF2B5EF4-FFF2-40B4-BE49-F238E27FC236}">
                  <a16:creationId xmlns:a16="http://schemas.microsoft.com/office/drawing/2014/main" id="{48C490D1-C74C-4EA1-AB5A-551FEB342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544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3" name="Rectangle 34">
              <a:extLst>
                <a:ext uri="{FF2B5EF4-FFF2-40B4-BE49-F238E27FC236}">
                  <a16:creationId xmlns:a16="http://schemas.microsoft.com/office/drawing/2014/main" id="{D9802576-C3B1-46A2-B2AF-62F94FB6D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834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4" name="Rectangle 35">
              <a:extLst>
                <a:ext uri="{FF2B5EF4-FFF2-40B4-BE49-F238E27FC236}">
                  <a16:creationId xmlns:a16="http://schemas.microsoft.com/office/drawing/2014/main" id="{414B8ABF-57DB-49FA-A600-53DE7378F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123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5" name="Rectangle 36">
              <a:extLst>
                <a:ext uri="{FF2B5EF4-FFF2-40B4-BE49-F238E27FC236}">
                  <a16:creationId xmlns:a16="http://schemas.microsoft.com/office/drawing/2014/main" id="{E3189CDE-588B-4F26-ACFC-AE3E79955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2412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6" name="Rectangle 37">
              <a:extLst>
                <a:ext uri="{FF2B5EF4-FFF2-40B4-BE49-F238E27FC236}">
                  <a16:creationId xmlns:a16="http://schemas.microsoft.com/office/drawing/2014/main" id="{09073F03-BA72-4019-B302-E8EA91A8B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0701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7" name="Rectangle 38">
              <a:extLst>
                <a:ext uri="{FF2B5EF4-FFF2-40B4-BE49-F238E27FC236}">
                  <a16:creationId xmlns:a16="http://schemas.microsoft.com/office/drawing/2014/main" id="{EB3473AB-A1D4-4FB2-B2A9-9F330401E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8990" y="4007007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18" name="Rectangle 39">
              <a:extLst>
                <a:ext uri="{FF2B5EF4-FFF2-40B4-BE49-F238E27FC236}">
                  <a16:creationId xmlns:a16="http://schemas.microsoft.com/office/drawing/2014/main" id="{C2AA15E2-8100-480E-91AC-7F9E4594C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8761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x[1]</a:t>
              </a:r>
            </a:p>
          </p:txBody>
        </p:sp>
        <p:sp>
          <p:nvSpPr>
            <p:cNvPr id="19" name="Rectangle 40">
              <a:extLst>
                <a:ext uri="{FF2B5EF4-FFF2-40B4-BE49-F238E27FC236}">
                  <a16:creationId xmlns:a16="http://schemas.microsoft.com/office/drawing/2014/main" id="{6215A941-A32B-4492-8171-7073DCA36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190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x[2]</a:t>
              </a:r>
            </a:p>
          </p:txBody>
        </p:sp>
        <p:sp>
          <p:nvSpPr>
            <p:cNvPr id="20" name="Rectangle 41">
              <a:extLst>
                <a:ext uri="{FF2B5EF4-FFF2-40B4-BE49-F238E27FC236}">
                  <a16:creationId xmlns:a16="http://schemas.microsoft.com/office/drawing/2014/main" id="{1CA96BEF-CB22-428B-BD01-43040E41F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269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x[3]</a:t>
              </a:r>
            </a:p>
          </p:txBody>
        </p:sp>
        <p:sp>
          <p:nvSpPr>
            <p:cNvPr id="21" name="Rectangle 42">
              <a:extLst>
                <a:ext uri="{FF2B5EF4-FFF2-40B4-BE49-F238E27FC236}">
                  <a16:creationId xmlns:a16="http://schemas.microsoft.com/office/drawing/2014/main" id="{EF3973D9-6F01-4D2F-AC8B-20E31FD48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698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x[4]</a:t>
              </a:r>
            </a:p>
          </p:txBody>
        </p:sp>
        <p:sp>
          <p:nvSpPr>
            <p:cNvPr id="22" name="Rectangle 43">
              <a:extLst>
                <a:ext uri="{FF2B5EF4-FFF2-40B4-BE49-F238E27FC236}">
                  <a16:creationId xmlns:a16="http://schemas.microsoft.com/office/drawing/2014/main" id="{901DF7C7-7973-44D9-9308-5DCBD0935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847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x[5]</a:t>
              </a:r>
            </a:p>
          </p:txBody>
        </p:sp>
        <p:sp>
          <p:nvSpPr>
            <p:cNvPr id="23" name="Rectangle 44">
              <a:extLst>
                <a:ext uri="{FF2B5EF4-FFF2-40B4-BE49-F238E27FC236}">
                  <a16:creationId xmlns:a16="http://schemas.microsoft.com/office/drawing/2014/main" id="{95FE94AE-10E4-4CCD-91E8-EF1F86A14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1276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x[6]</a:t>
              </a:r>
            </a:p>
          </p:txBody>
        </p:sp>
        <p:sp>
          <p:nvSpPr>
            <p:cNvPr id="24" name="Rectangle 45">
              <a:extLst>
                <a:ext uri="{FF2B5EF4-FFF2-40B4-BE49-F238E27FC236}">
                  <a16:creationId xmlns:a16="http://schemas.microsoft.com/office/drawing/2014/main" id="{82AE2B09-8EC1-4F60-8267-81E214D93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2776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x[7]</a:t>
              </a:r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4CF5D3D2-B6E6-4472-A2A3-2F5E3D243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9995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x[8]</a:t>
              </a:r>
            </a:p>
          </p:txBody>
        </p:sp>
        <p:sp>
          <p:nvSpPr>
            <p:cNvPr id="26" name="Rectangle 47">
              <a:extLst>
                <a:ext uri="{FF2B5EF4-FFF2-40B4-BE49-F238E27FC236}">
                  <a16:creationId xmlns:a16="http://schemas.microsoft.com/office/drawing/2014/main" id="{E53316AC-0AAB-4132-B964-FD1DAAE0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7214" y="4140621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x[9]</a:t>
              </a:r>
            </a:p>
          </p:txBody>
        </p:sp>
        <p:sp>
          <p:nvSpPr>
            <p:cNvPr id="27" name="Rectangle 48">
              <a:extLst>
                <a:ext uri="{FF2B5EF4-FFF2-40B4-BE49-F238E27FC236}">
                  <a16:creationId xmlns:a16="http://schemas.microsoft.com/office/drawing/2014/main" id="{3BB710CC-CD04-4BDF-B03B-606FCFA52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530" y="4140621"/>
              <a:ext cx="466474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x[10]</a:t>
              </a: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8D0AC2F5-C557-491C-BC57-43E13148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7880" y="4140621"/>
              <a:ext cx="450444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x[11]</a:t>
              </a:r>
            </a:p>
          </p:txBody>
        </p:sp>
        <p:sp>
          <p:nvSpPr>
            <p:cNvPr id="29" name="Rectangle 50">
              <a:extLst>
                <a:ext uri="{FF2B5EF4-FFF2-40B4-BE49-F238E27FC236}">
                  <a16:creationId xmlns:a16="http://schemas.microsoft.com/office/drawing/2014/main" id="{A573F12C-06DF-456C-8894-BB7E6F287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8108" y="4140621"/>
              <a:ext cx="466474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x[12]</a:t>
              </a:r>
            </a:p>
          </p:txBody>
        </p:sp>
        <p:sp>
          <p:nvSpPr>
            <p:cNvPr id="30" name="Rectangle 51">
              <a:extLst>
                <a:ext uri="{FF2B5EF4-FFF2-40B4-BE49-F238E27FC236}">
                  <a16:creationId xmlns:a16="http://schemas.microsoft.com/office/drawing/2014/main" id="{607CE75B-992B-4830-89C3-8CEB90252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10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E9845F6D-E67E-406B-A1FC-5BD70EB0F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099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2" name="Rectangle 53">
              <a:extLst>
                <a:ext uri="{FF2B5EF4-FFF2-40B4-BE49-F238E27FC236}">
                  <a16:creationId xmlns:a16="http://schemas.microsoft.com/office/drawing/2014/main" id="{2A37B59D-2563-4936-B69C-80C8A1B57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388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3" name="Rectangle 54">
              <a:extLst>
                <a:ext uri="{FF2B5EF4-FFF2-40B4-BE49-F238E27FC236}">
                  <a16:creationId xmlns:a16="http://schemas.microsoft.com/office/drawing/2014/main" id="{8C69AE70-B3A9-48D9-8995-7524F65B6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677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4" name="Rectangle 55">
              <a:extLst>
                <a:ext uri="{FF2B5EF4-FFF2-40B4-BE49-F238E27FC236}">
                  <a16:creationId xmlns:a16="http://schemas.microsoft.com/office/drawing/2014/main" id="{5608C294-2424-4669-BDE3-95D17AC9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966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5" name="Rectangle 56">
              <a:extLst>
                <a:ext uri="{FF2B5EF4-FFF2-40B4-BE49-F238E27FC236}">
                  <a16:creationId xmlns:a16="http://schemas.microsoft.com/office/drawing/2014/main" id="{F66C746D-BD5D-406D-A0DC-4B8C2C845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9255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6" name="Rectangle 57">
              <a:extLst>
                <a:ext uri="{FF2B5EF4-FFF2-40B4-BE49-F238E27FC236}">
                  <a16:creationId xmlns:a16="http://schemas.microsoft.com/office/drawing/2014/main" id="{2BA3DD1E-4E5F-4DE1-8544-1092CB67F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7544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7" name="Rectangle 58">
              <a:extLst>
                <a:ext uri="{FF2B5EF4-FFF2-40B4-BE49-F238E27FC236}">
                  <a16:creationId xmlns:a16="http://schemas.microsoft.com/office/drawing/2014/main" id="{6FC061D0-1C7C-48C0-A1AF-24BF7793C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834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8" name="Rectangle 59">
              <a:extLst>
                <a:ext uri="{FF2B5EF4-FFF2-40B4-BE49-F238E27FC236}">
                  <a16:creationId xmlns:a16="http://schemas.microsoft.com/office/drawing/2014/main" id="{EE36757B-24D9-4CB5-BF7A-BE194C9C8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123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39" name="Rectangle 60">
              <a:extLst>
                <a:ext uri="{FF2B5EF4-FFF2-40B4-BE49-F238E27FC236}">
                  <a16:creationId xmlns:a16="http://schemas.microsoft.com/office/drawing/2014/main" id="{CEF258F0-8829-491D-BFD5-5437BF1FE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2412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40" name="Rectangle 61">
              <a:extLst>
                <a:ext uri="{FF2B5EF4-FFF2-40B4-BE49-F238E27FC236}">
                  <a16:creationId xmlns:a16="http://schemas.microsoft.com/office/drawing/2014/main" id="{2C5F766C-1807-4AE8-A2FD-0BC3F8B4F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0701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41" name="Rectangle 62">
              <a:extLst>
                <a:ext uri="{FF2B5EF4-FFF2-40B4-BE49-F238E27FC236}">
                  <a16:creationId xmlns:a16="http://schemas.microsoft.com/office/drawing/2014/main" id="{4FB382E5-5077-49FF-8A7E-803FA0461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901" y="5078238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x[2]</a:t>
              </a:r>
            </a:p>
          </p:txBody>
        </p:sp>
        <p:sp>
          <p:nvSpPr>
            <p:cNvPr id="42" name="Rectangle 63">
              <a:extLst>
                <a:ext uri="{FF2B5EF4-FFF2-40B4-BE49-F238E27FC236}">
                  <a16:creationId xmlns:a16="http://schemas.microsoft.com/office/drawing/2014/main" id="{1D585699-3122-4D3F-A583-6CA25797B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980" y="5078238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x[3]</a:t>
              </a:r>
            </a:p>
          </p:txBody>
        </p:sp>
        <p:sp>
          <p:nvSpPr>
            <p:cNvPr id="43" name="Rectangle 64">
              <a:extLst>
                <a:ext uri="{FF2B5EF4-FFF2-40B4-BE49-F238E27FC236}">
                  <a16:creationId xmlns:a16="http://schemas.microsoft.com/office/drawing/2014/main" id="{E500C17C-59DB-401F-BAAB-C3799017F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409" y="5078238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x[4]</a:t>
              </a:r>
            </a:p>
          </p:txBody>
        </p:sp>
        <p:sp>
          <p:nvSpPr>
            <p:cNvPr id="44" name="Rectangle 65">
              <a:extLst>
                <a:ext uri="{FF2B5EF4-FFF2-40B4-BE49-F238E27FC236}">
                  <a16:creationId xmlns:a16="http://schemas.microsoft.com/office/drawing/2014/main" id="{A6ED0111-CB78-4936-B224-B6277D48A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558" y="5078238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x[5]</a:t>
              </a:r>
            </a:p>
          </p:txBody>
        </p:sp>
        <p:sp>
          <p:nvSpPr>
            <p:cNvPr id="45" name="Rectangle 66">
              <a:extLst>
                <a:ext uri="{FF2B5EF4-FFF2-40B4-BE49-F238E27FC236}">
                  <a16:creationId xmlns:a16="http://schemas.microsoft.com/office/drawing/2014/main" id="{0DEBE699-44B0-4077-B1DD-FFD2C2491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987" y="5078238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x[6]</a:t>
              </a:r>
            </a:p>
          </p:txBody>
        </p:sp>
        <p:sp>
          <p:nvSpPr>
            <p:cNvPr id="46" name="Rectangle 67">
              <a:extLst>
                <a:ext uri="{FF2B5EF4-FFF2-40B4-BE49-F238E27FC236}">
                  <a16:creationId xmlns:a16="http://schemas.microsoft.com/office/drawing/2014/main" id="{59F034BE-EE15-4686-99A3-533CA0A20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4487" y="5078238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x[7]</a:t>
              </a:r>
            </a:p>
          </p:txBody>
        </p:sp>
        <p:sp>
          <p:nvSpPr>
            <p:cNvPr id="47" name="Rectangle 68">
              <a:extLst>
                <a:ext uri="{FF2B5EF4-FFF2-40B4-BE49-F238E27FC236}">
                  <a16:creationId xmlns:a16="http://schemas.microsoft.com/office/drawing/2014/main" id="{11641201-C5F9-46F2-AB7F-425FD725B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706" y="5078238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x[8]</a:t>
              </a:r>
            </a:p>
          </p:txBody>
        </p:sp>
        <p:sp>
          <p:nvSpPr>
            <p:cNvPr id="48" name="Rectangle 69">
              <a:extLst>
                <a:ext uri="{FF2B5EF4-FFF2-40B4-BE49-F238E27FC236}">
                  <a16:creationId xmlns:a16="http://schemas.microsoft.com/office/drawing/2014/main" id="{880ADF7E-7713-40B4-9511-A4F05135E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925" y="5078238"/>
              <a:ext cx="346250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x[9]</a:t>
              </a:r>
            </a:p>
          </p:txBody>
        </p:sp>
        <p:sp>
          <p:nvSpPr>
            <p:cNvPr id="49" name="Rectangle 70">
              <a:extLst>
                <a:ext uri="{FF2B5EF4-FFF2-40B4-BE49-F238E27FC236}">
                  <a16:creationId xmlns:a16="http://schemas.microsoft.com/office/drawing/2014/main" id="{D874E4DD-DD2A-4BE2-9919-31DBC66F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241" y="5078238"/>
              <a:ext cx="466474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x[10]</a:t>
              </a:r>
            </a:p>
          </p:txBody>
        </p:sp>
        <p:sp>
          <p:nvSpPr>
            <p:cNvPr id="50" name="Rectangle 71">
              <a:extLst>
                <a:ext uri="{FF2B5EF4-FFF2-40B4-BE49-F238E27FC236}">
                  <a16:creationId xmlns:a16="http://schemas.microsoft.com/office/drawing/2014/main" id="{3EEB5B36-413A-41EB-B50D-27BB56D26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9591" y="5078238"/>
              <a:ext cx="450444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x[11]</a:t>
              </a:r>
            </a:p>
          </p:txBody>
        </p:sp>
        <p:sp>
          <p:nvSpPr>
            <p:cNvPr id="51" name="Rectangle 72">
              <a:extLst>
                <a:ext uri="{FF2B5EF4-FFF2-40B4-BE49-F238E27FC236}">
                  <a16:creationId xmlns:a16="http://schemas.microsoft.com/office/drawing/2014/main" id="{E9B98752-8215-41D6-B55A-2D4F9318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9819" y="5078238"/>
              <a:ext cx="466474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x[12]</a:t>
              </a:r>
            </a:p>
          </p:txBody>
        </p:sp>
        <p:sp>
          <p:nvSpPr>
            <p:cNvPr id="52" name="Rectangle 73">
              <a:extLst>
                <a:ext uri="{FF2B5EF4-FFF2-40B4-BE49-F238E27FC236}">
                  <a16:creationId xmlns:a16="http://schemas.microsoft.com/office/drawing/2014/main" id="{C565483F-1F30-4FEC-AAEE-F4B667B41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1130" y="4944624"/>
              <a:ext cx="535781" cy="5357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sp>
          <p:nvSpPr>
            <p:cNvPr id="53" name="Rectangle 74">
              <a:extLst>
                <a:ext uri="{FF2B5EF4-FFF2-40B4-BE49-F238E27FC236}">
                  <a16:creationId xmlns:a16="http://schemas.microsoft.com/office/drawing/2014/main" id="{8E81EC08-20CF-474F-BB2B-8362661FE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0249" y="5078238"/>
              <a:ext cx="466474" cy="2596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42915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87">
                  <a:solidFill>
                    <a:srgbClr val="000000"/>
                  </a:solidFill>
                  <a:latin typeface="Arial" charset="0"/>
                  <a:cs typeface="Arial" charset="0"/>
                  <a:sym typeface="Arial" charset="0"/>
                </a:rPr>
                <a:t>x[13]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65DBF6A-B8EA-4AE8-AE87-D28D39E0F995}"/>
                </a:ext>
              </a:extLst>
            </p:cNvPr>
            <p:cNvGrpSpPr/>
            <p:nvPr/>
          </p:nvGrpSpPr>
          <p:grpSpPr>
            <a:xfrm>
              <a:off x="2286740" y="3069390"/>
              <a:ext cx="7635999" cy="1187648"/>
              <a:chOff x="2286740" y="3069390"/>
              <a:chExt cx="7635999" cy="1187648"/>
            </a:xfrm>
          </p:grpSpPr>
          <p:sp>
            <p:nvSpPr>
              <p:cNvPr id="134" name="Rectangle 3">
                <a:extLst>
                  <a:ext uri="{FF2B5EF4-FFF2-40B4-BE49-F238E27FC236}">
                    <a16:creationId xmlns:a16="http://schemas.microsoft.com/office/drawing/2014/main" id="{55369A47-1948-495A-B40C-E0D29522E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6740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35" name="Rectangle 4">
                <a:extLst>
                  <a:ext uri="{FF2B5EF4-FFF2-40B4-BE49-F238E27FC236}">
                    <a16:creationId xmlns:a16="http://schemas.microsoft.com/office/drawing/2014/main" id="{3DA4F420-D077-45B4-B604-7E00F0962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029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36" name="Rectangle 5">
                <a:extLst>
                  <a:ext uri="{FF2B5EF4-FFF2-40B4-BE49-F238E27FC236}">
                    <a16:creationId xmlns:a16="http://schemas.microsoft.com/office/drawing/2014/main" id="{54D1F27F-597D-4CAC-BC5B-C0591B967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388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37" name="Rectangle 6">
                <a:extLst>
                  <a:ext uri="{FF2B5EF4-FFF2-40B4-BE49-F238E27FC236}">
                    <a16:creationId xmlns:a16="http://schemas.microsoft.com/office/drawing/2014/main" id="{1DE1FE65-F055-4FB8-A8E2-2563BF229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677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38" name="Rectangle 7">
                <a:extLst>
                  <a:ext uri="{FF2B5EF4-FFF2-40B4-BE49-F238E27FC236}">
                    <a16:creationId xmlns:a16="http://schemas.microsoft.com/office/drawing/2014/main" id="{20346BD0-6BED-4A3A-9878-7224D7A35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0966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39" name="Rectangle 8">
                <a:extLst>
                  <a:ext uri="{FF2B5EF4-FFF2-40B4-BE49-F238E27FC236}">
                    <a16:creationId xmlns:a16="http://schemas.microsoft.com/office/drawing/2014/main" id="{CB2C44FC-DD64-4121-879B-7D022559B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9255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40" name="Rectangle 9">
                <a:extLst>
                  <a:ext uri="{FF2B5EF4-FFF2-40B4-BE49-F238E27FC236}">
                    <a16:creationId xmlns:a16="http://schemas.microsoft.com/office/drawing/2014/main" id="{9648CA13-7E61-4E66-8116-A2324EC26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544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41" name="Rectangle 10">
                <a:extLst>
                  <a:ext uri="{FF2B5EF4-FFF2-40B4-BE49-F238E27FC236}">
                    <a16:creationId xmlns:a16="http://schemas.microsoft.com/office/drawing/2014/main" id="{A2C1C509-6F94-4DB5-808A-217C6609C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5834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42" name="Rectangle 11">
                <a:extLst>
                  <a:ext uri="{FF2B5EF4-FFF2-40B4-BE49-F238E27FC236}">
                    <a16:creationId xmlns:a16="http://schemas.microsoft.com/office/drawing/2014/main" id="{D1ACB946-2FE9-42CE-B004-E8EEFFF16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4123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43" name="Rectangle 12">
                <a:extLst>
                  <a:ext uri="{FF2B5EF4-FFF2-40B4-BE49-F238E27FC236}">
                    <a16:creationId xmlns:a16="http://schemas.microsoft.com/office/drawing/2014/main" id="{6277410B-A611-4B3A-872D-E16E07BCF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2412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44" name="Rectangle 13">
                <a:extLst>
                  <a:ext uri="{FF2B5EF4-FFF2-40B4-BE49-F238E27FC236}">
                    <a16:creationId xmlns:a16="http://schemas.microsoft.com/office/drawing/2014/main" id="{557C988B-40F8-4531-8061-0020B92F9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0701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45" name="Rectangle 14">
                <a:extLst>
                  <a:ext uri="{FF2B5EF4-FFF2-40B4-BE49-F238E27FC236}">
                    <a16:creationId xmlns:a16="http://schemas.microsoft.com/office/drawing/2014/main" id="{17DC1031-7BDB-416D-AA40-9BCDD0EEB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8990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46" name="Rectangle 15">
                <a:extLst>
                  <a:ext uri="{FF2B5EF4-FFF2-40B4-BE49-F238E27FC236}">
                    <a16:creationId xmlns:a16="http://schemas.microsoft.com/office/drawing/2014/main" id="{384812B8-D17D-4DBC-AB4E-055C8F85D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2760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x[0]</a:t>
                </a:r>
              </a:p>
            </p:txBody>
          </p:sp>
          <p:sp>
            <p:nvSpPr>
              <p:cNvPr id="147" name="Rectangle 16">
                <a:extLst>
                  <a:ext uri="{FF2B5EF4-FFF2-40B4-BE49-F238E27FC236}">
                    <a16:creationId xmlns:a16="http://schemas.microsoft.com/office/drawing/2014/main" id="{BBC4645F-1E20-4B3F-8B6A-C7685A46E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050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x[1]</a:t>
                </a:r>
              </a:p>
            </p:txBody>
          </p:sp>
          <p:sp>
            <p:nvSpPr>
              <p:cNvPr id="148" name="Rectangle 17">
                <a:extLst>
                  <a:ext uri="{FF2B5EF4-FFF2-40B4-BE49-F238E27FC236}">
                    <a16:creationId xmlns:a16="http://schemas.microsoft.com/office/drawing/2014/main" id="{F978B8D5-AF61-4B19-8138-8DF3DFFB7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480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x[2]</a:t>
                </a:r>
              </a:p>
            </p:txBody>
          </p:sp>
          <p:sp>
            <p:nvSpPr>
              <p:cNvPr id="149" name="Rectangle 18">
                <a:extLst>
                  <a:ext uri="{FF2B5EF4-FFF2-40B4-BE49-F238E27FC236}">
                    <a16:creationId xmlns:a16="http://schemas.microsoft.com/office/drawing/2014/main" id="{157E5A09-DA01-4EDA-A0E5-55A91CF1F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558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x[3]</a:t>
                </a:r>
              </a:p>
            </p:txBody>
          </p:sp>
          <p:sp>
            <p:nvSpPr>
              <p:cNvPr id="150" name="Rectangle 19">
                <a:extLst>
                  <a:ext uri="{FF2B5EF4-FFF2-40B4-BE49-F238E27FC236}">
                    <a16:creationId xmlns:a16="http://schemas.microsoft.com/office/drawing/2014/main" id="{927C9D51-5EBC-45F6-B384-831EBD24A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987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x[4]</a:t>
                </a:r>
              </a:p>
            </p:txBody>
          </p:sp>
          <p:sp>
            <p:nvSpPr>
              <p:cNvPr id="151" name="Rectangle 20">
                <a:extLst>
                  <a:ext uri="{FF2B5EF4-FFF2-40B4-BE49-F238E27FC236}">
                    <a16:creationId xmlns:a16="http://schemas.microsoft.com/office/drawing/2014/main" id="{8B7D12CE-945E-4622-8D94-3D68800368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9136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x[5]</a:t>
                </a:r>
              </a:p>
            </p:txBody>
          </p:sp>
          <p:sp>
            <p:nvSpPr>
              <p:cNvPr id="152" name="Rectangle 21">
                <a:extLst>
                  <a:ext uri="{FF2B5EF4-FFF2-40B4-BE49-F238E27FC236}">
                    <a16:creationId xmlns:a16="http://schemas.microsoft.com/office/drawing/2014/main" id="{D58A37CE-8331-4021-AB9C-9F6579FB0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9565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x[6]</a:t>
                </a:r>
              </a:p>
            </p:txBody>
          </p:sp>
          <p:sp>
            <p:nvSpPr>
              <p:cNvPr id="153" name="Rectangle 22">
                <a:extLst>
                  <a:ext uri="{FF2B5EF4-FFF2-40B4-BE49-F238E27FC236}">
                    <a16:creationId xmlns:a16="http://schemas.microsoft.com/office/drawing/2014/main" id="{D335EA69-1201-48EB-9A8E-7F24175A7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1065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x[7]</a:t>
                </a:r>
              </a:p>
            </p:txBody>
          </p:sp>
          <p:sp>
            <p:nvSpPr>
              <p:cNvPr id="154" name="Rectangle 23">
                <a:extLst>
                  <a:ext uri="{FF2B5EF4-FFF2-40B4-BE49-F238E27FC236}">
                    <a16:creationId xmlns:a16="http://schemas.microsoft.com/office/drawing/2014/main" id="{8AABAC8C-5602-4C5E-98E0-E227A1429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8284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x[8]</a:t>
                </a:r>
              </a:p>
            </p:txBody>
          </p:sp>
          <p:sp>
            <p:nvSpPr>
              <p:cNvPr id="155" name="Rectangle 24">
                <a:extLst>
                  <a:ext uri="{FF2B5EF4-FFF2-40B4-BE49-F238E27FC236}">
                    <a16:creationId xmlns:a16="http://schemas.microsoft.com/office/drawing/2014/main" id="{CD93C89E-4A48-48E1-A101-525BFE217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5503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x[9]</a:t>
                </a:r>
              </a:p>
            </p:txBody>
          </p:sp>
          <p:sp>
            <p:nvSpPr>
              <p:cNvPr id="156" name="Rectangle 25">
                <a:extLst>
                  <a:ext uri="{FF2B5EF4-FFF2-40B4-BE49-F238E27FC236}">
                    <a16:creationId xmlns:a16="http://schemas.microsoft.com/office/drawing/2014/main" id="{387922D8-BEEA-468C-88A2-BFE7A2DDB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2051" y="3203004"/>
                <a:ext cx="466474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x[10]</a:t>
                </a:r>
              </a:p>
            </p:txBody>
          </p:sp>
          <p:sp>
            <p:nvSpPr>
              <p:cNvPr id="157" name="Rectangle 26">
                <a:extLst>
                  <a:ext uri="{FF2B5EF4-FFF2-40B4-BE49-F238E27FC236}">
                    <a16:creationId xmlns:a16="http://schemas.microsoft.com/office/drawing/2014/main" id="{5EB831AF-7F7C-4AEB-96D5-E6DBB5971F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17285" y="3203004"/>
                <a:ext cx="450444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x[11]</a:t>
                </a:r>
              </a:p>
            </p:txBody>
          </p:sp>
          <p:sp>
            <p:nvSpPr>
              <p:cNvPr id="158" name="Freeform 76">
                <a:extLst>
                  <a:ext uri="{FF2B5EF4-FFF2-40B4-BE49-F238E27FC236}">
                    <a16:creationId xmlns:a16="http://schemas.microsoft.com/office/drawing/2014/main" id="{3F91431F-EB4E-4F30-A699-C044C8A68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3824" y="3339513"/>
                <a:ext cx="248915" cy="917525"/>
              </a:xfrm>
              <a:custGeom>
                <a:avLst/>
                <a:gdLst>
                  <a:gd name="T0" fmla="*/ 0 w 9740"/>
                  <a:gd name="T1" fmla="*/ 0 h 21600"/>
                  <a:gd name="T2" fmla="*/ 2147483646 w 9740"/>
                  <a:gd name="T3" fmla="*/ 2147483646 h 21600"/>
                  <a:gd name="T4" fmla="*/ 0 60000 65536"/>
                  <a:gd name="T5" fmla="*/ 0 60000 65536"/>
                  <a:gd name="T6" fmla="*/ 0 w 9740"/>
                  <a:gd name="T7" fmla="*/ 0 h 21600"/>
                  <a:gd name="T8" fmla="*/ 9740 w 9740"/>
                  <a:gd name="T9" fmla="*/ 21600 h 216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40" h="21600">
                    <a:moveTo>
                      <a:pt x="0" y="0"/>
                    </a:moveTo>
                    <a:cubicBezTo>
                      <a:pt x="0" y="0"/>
                      <a:pt x="21600" y="9144"/>
                      <a:pt x="467" y="2160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txBody>
              <a:bodyPr lIns="0" tIns="0" rIns="0" bIns="0"/>
              <a:lstStyle/>
              <a:p>
                <a:pPr defTabSz="642915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</p:grpSp>
        <p:sp>
          <p:nvSpPr>
            <p:cNvPr id="55" name="Freeform 77">
              <a:extLst>
                <a:ext uri="{FF2B5EF4-FFF2-40B4-BE49-F238E27FC236}">
                  <a16:creationId xmlns:a16="http://schemas.microsoft.com/office/drawing/2014/main" id="{792CD9D9-6752-4631-A8CC-6B5F9FE0B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0521" y="4390983"/>
              <a:ext cx="247799" cy="916410"/>
            </a:xfrm>
            <a:custGeom>
              <a:avLst/>
              <a:gdLst>
                <a:gd name="T0" fmla="*/ 0 w 9740"/>
                <a:gd name="T1" fmla="*/ 0 h 21600"/>
                <a:gd name="T2" fmla="*/ 2147483646 w 9740"/>
                <a:gd name="T3" fmla="*/ 2147483646 h 21600"/>
                <a:gd name="T4" fmla="*/ 0 60000 65536"/>
                <a:gd name="T5" fmla="*/ 0 60000 65536"/>
                <a:gd name="T6" fmla="*/ 0 w 9740"/>
                <a:gd name="T7" fmla="*/ 0 h 21600"/>
                <a:gd name="T8" fmla="*/ 9740 w 9740"/>
                <a:gd name="T9" fmla="*/ 21600 h 21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740" h="21600">
                  <a:moveTo>
                    <a:pt x="0" y="0"/>
                  </a:moveTo>
                  <a:cubicBezTo>
                    <a:pt x="0" y="0"/>
                    <a:pt x="21600" y="9144"/>
                    <a:pt x="467" y="2160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pPr defTabSz="64291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953">
                <a:solidFill>
                  <a:srgbClr val="000000"/>
                </a:solidFill>
                <a:latin typeface="Gill Sans" charset="0"/>
                <a:sym typeface="Gill Sans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07FAEAA-98EC-4DB5-B5D1-EAB65DF2ACBC}"/>
                </a:ext>
              </a:extLst>
            </p:cNvPr>
            <p:cNvGrpSpPr/>
            <p:nvPr/>
          </p:nvGrpSpPr>
          <p:grpSpPr>
            <a:xfrm>
              <a:off x="2277810" y="5364699"/>
              <a:ext cx="7650510" cy="1089422"/>
              <a:chOff x="2277810" y="3161538"/>
              <a:chExt cx="7650510" cy="1089422"/>
            </a:xfrm>
          </p:grpSpPr>
          <p:sp>
            <p:nvSpPr>
              <p:cNvPr id="109" name="Rectangle 51">
                <a:extLst>
                  <a:ext uri="{FF2B5EF4-FFF2-40B4-BE49-F238E27FC236}">
                    <a16:creationId xmlns:a16="http://schemas.microsoft.com/office/drawing/2014/main" id="{788537FF-BB85-4351-B5A7-73566C535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810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0" name="Rectangle 52">
                <a:extLst>
                  <a:ext uri="{FF2B5EF4-FFF2-40B4-BE49-F238E27FC236}">
                    <a16:creationId xmlns:a16="http://schemas.microsoft.com/office/drawing/2014/main" id="{9548E2A2-6D9C-40A0-8D13-2D45D9D620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099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1" name="Rectangle 53">
                <a:extLst>
                  <a:ext uri="{FF2B5EF4-FFF2-40B4-BE49-F238E27FC236}">
                    <a16:creationId xmlns:a16="http://schemas.microsoft.com/office/drawing/2014/main" id="{7A8EA7C0-5FAF-4BC3-B7E3-561D9B43B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388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2" name="Rectangle 54">
                <a:extLst>
                  <a:ext uri="{FF2B5EF4-FFF2-40B4-BE49-F238E27FC236}">
                    <a16:creationId xmlns:a16="http://schemas.microsoft.com/office/drawing/2014/main" id="{AF17FC30-AD7C-49C6-81F2-7CF8A7D38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677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3" name="Rectangle 55">
                <a:extLst>
                  <a:ext uri="{FF2B5EF4-FFF2-40B4-BE49-F238E27FC236}">
                    <a16:creationId xmlns:a16="http://schemas.microsoft.com/office/drawing/2014/main" id="{F2DBBF90-031E-4DEF-8A44-8CBD9A984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0966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4" name="Rectangle 56">
                <a:extLst>
                  <a:ext uri="{FF2B5EF4-FFF2-40B4-BE49-F238E27FC236}">
                    <a16:creationId xmlns:a16="http://schemas.microsoft.com/office/drawing/2014/main" id="{795C818F-1F9B-4B3D-B936-6C7B205E0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9255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5" name="Rectangle 57">
                <a:extLst>
                  <a:ext uri="{FF2B5EF4-FFF2-40B4-BE49-F238E27FC236}">
                    <a16:creationId xmlns:a16="http://schemas.microsoft.com/office/drawing/2014/main" id="{FCAAEBBE-A17F-4F2E-871C-E56E1696C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544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6" name="Rectangle 58">
                <a:extLst>
                  <a:ext uri="{FF2B5EF4-FFF2-40B4-BE49-F238E27FC236}">
                    <a16:creationId xmlns:a16="http://schemas.microsoft.com/office/drawing/2014/main" id="{13456352-5451-4FF9-BD2C-AC0511634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5834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7" name="Rectangle 59">
                <a:extLst>
                  <a:ext uri="{FF2B5EF4-FFF2-40B4-BE49-F238E27FC236}">
                    <a16:creationId xmlns:a16="http://schemas.microsoft.com/office/drawing/2014/main" id="{493A122B-491B-4509-A60D-109D80841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4123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8" name="Rectangle 60">
                <a:extLst>
                  <a:ext uri="{FF2B5EF4-FFF2-40B4-BE49-F238E27FC236}">
                    <a16:creationId xmlns:a16="http://schemas.microsoft.com/office/drawing/2014/main" id="{F364D09E-E58F-42D7-8184-310097059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2412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19" name="Rectangle 61">
                <a:extLst>
                  <a:ext uri="{FF2B5EF4-FFF2-40B4-BE49-F238E27FC236}">
                    <a16:creationId xmlns:a16="http://schemas.microsoft.com/office/drawing/2014/main" id="{CA9FE5AB-5119-401A-9151-D8FC3C3CE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0701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20" name="Rectangle 62">
                <a:extLst>
                  <a:ext uri="{FF2B5EF4-FFF2-40B4-BE49-F238E27FC236}">
                    <a16:creationId xmlns:a16="http://schemas.microsoft.com/office/drawing/2014/main" id="{1DDCC485-93A5-48F2-BD9D-2D3DA6618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901" y="3848793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x[3]</a:t>
                </a:r>
              </a:p>
            </p:txBody>
          </p:sp>
          <p:sp>
            <p:nvSpPr>
              <p:cNvPr id="121" name="Rectangle 63">
                <a:extLst>
                  <a:ext uri="{FF2B5EF4-FFF2-40B4-BE49-F238E27FC236}">
                    <a16:creationId xmlns:a16="http://schemas.microsoft.com/office/drawing/2014/main" id="{F4B48625-3ECA-4B98-8C39-C9A979F79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980" y="3848793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x[4]</a:t>
                </a:r>
              </a:p>
            </p:txBody>
          </p:sp>
          <p:sp>
            <p:nvSpPr>
              <p:cNvPr id="122" name="Rectangle 64">
                <a:extLst>
                  <a:ext uri="{FF2B5EF4-FFF2-40B4-BE49-F238E27FC236}">
                    <a16:creationId xmlns:a16="http://schemas.microsoft.com/office/drawing/2014/main" id="{A063C633-361F-4227-8A16-7C5B0AB2A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409" y="3848793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x[5]</a:t>
                </a:r>
              </a:p>
            </p:txBody>
          </p:sp>
          <p:sp>
            <p:nvSpPr>
              <p:cNvPr id="123" name="Rectangle 65">
                <a:extLst>
                  <a:ext uri="{FF2B5EF4-FFF2-40B4-BE49-F238E27FC236}">
                    <a16:creationId xmlns:a16="http://schemas.microsoft.com/office/drawing/2014/main" id="{929D3CF5-4789-4A74-B01A-4BFBE2AC3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558" y="3848793"/>
                <a:ext cx="346249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x[6]</a:t>
                </a:r>
              </a:p>
            </p:txBody>
          </p:sp>
          <p:sp>
            <p:nvSpPr>
              <p:cNvPr id="124" name="Rectangle 66">
                <a:extLst>
                  <a:ext uri="{FF2B5EF4-FFF2-40B4-BE49-F238E27FC236}">
                    <a16:creationId xmlns:a16="http://schemas.microsoft.com/office/drawing/2014/main" id="{0C014B8A-DA3B-4638-8F7C-AFF50D979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987" y="3848793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x[7]</a:t>
                </a:r>
              </a:p>
            </p:txBody>
          </p:sp>
          <p:sp>
            <p:nvSpPr>
              <p:cNvPr id="125" name="Rectangle 67">
                <a:extLst>
                  <a:ext uri="{FF2B5EF4-FFF2-40B4-BE49-F238E27FC236}">
                    <a16:creationId xmlns:a16="http://schemas.microsoft.com/office/drawing/2014/main" id="{7E3B4CE1-09B9-44CF-8A07-FAFB88311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4487" y="3848793"/>
                <a:ext cx="346249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x[8]</a:t>
                </a:r>
              </a:p>
            </p:txBody>
          </p:sp>
          <p:sp>
            <p:nvSpPr>
              <p:cNvPr id="126" name="Rectangle 68">
                <a:extLst>
                  <a:ext uri="{FF2B5EF4-FFF2-40B4-BE49-F238E27FC236}">
                    <a16:creationId xmlns:a16="http://schemas.microsoft.com/office/drawing/2014/main" id="{622C95B5-450F-4C39-A5B2-AF2402642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1706" y="3848793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x[9]</a:t>
                </a:r>
              </a:p>
            </p:txBody>
          </p:sp>
          <p:sp>
            <p:nvSpPr>
              <p:cNvPr id="127" name="Rectangle 69">
                <a:extLst>
                  <a:ext uri="{FF2B5EF4-FFF2-40B4-BE49-F238E27FC236}">
                    <a16:creationId xmlns:a16="http://schemas.microsoft.com/office/drawing/2014/main" id="{99595559-4613-4340-94D3-121BD6038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8814" y="3848793"/>
                <a:ext cx="466473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x[10]</a:t>
                </a:r>
              </a:p>
            </p:txBody>
          </p:sp>
          <p:sp>
            <p:nvSpPr>
              <p:cNvPr id="128" name="Rectangle 70">
                <a:extLst>
                  <a:ext uri="{FF2B5EF4-FFF2-40B4-BE49-F238E27FC236}">
                    <a16:creationId xmlns:a16="http://schemas.microsoft.com/office/drawing/2014/main" id="{29DBAE1C-8BF3-4FEB-A226-DCB5D9F3C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1256" y="3848793"/>
                <a:ext cx="450444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x[11]</a:t>
                </a:r>
              </a:p>
            </p:txBody>
          </p:sp>
          <p:sp>
            <p:nvSpPr>
              <p:cNvPr id="129" name="Rectangle 71">
                <a:extLst>
                  <a:ext uri="{FF2B5EF4-FFF2-40B4-BE49-F238E27FC236}">
                    <a16:creationId xmlns:a16="http://schemas.microsoft.com/office/drawing/2014/main" id="{0FBCFC38-75BB-45C2-A578-A973E4EF1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1576" y="3848793"/>
                <a:ext cx="466474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x[12]</a:t>
                </a:r>
              </a:p>
            </p:txBody>
          </p:sp>
          <p:sp>
            <p:nvSpPr>
              <p:cNvPr id="130" name="Rectangle 72">
                <a:extLst>
                  <a:ext uri="{FF2B5EF4-FFF2-40B4-BE49-F238E27FC236}">
                    <a16:creationId xmlns:a16="http://schemas.microsoft.com/office/drawing/2014/main" id="{0D2BA731-14BF-4793-91CB-1B7992024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9819" y="3848793"/>
                <a:ext cx="466474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x[13]</a:t>
                </a:r>
              </a:p>
            </p:txBody>
          </p:sp>
          <p:sp>
            <p:nvSpPr>
              <p:cNvPr id="131" name="Rectangle 73">
                <a:extLst>
                  <a:ext uri="{FF2B5EF4-FFF2-40B4-BE49-F238E27FC236}">
                    <a16:creationId xmlns:a16="http://schemas.microsoft.com/office/drawing/2014/main" id="{1CE4131B-59BB-4085-8EB1-C2C19FA19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1130" y="3715179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132" name="Rectangle 74">
                <a:extLst>
                  <a:ext uri="{FF2B5EF4-FFF2-40B4-BE49-F238E27FC236}">
                    <a16:creationId xmlns:a16="http://schemas.microsoft.com/office/drawing/2014/main" id="{8D72137E-D8B6-4B12-9711-715F695FA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0249" y="3848793"/>
                <a:ext cx="466474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x[14]</a:t>
                </a:r>
              </a:p>
            </p:txBody>
          </p:sp>
          <p:sp>
            <p:nvSpPr>
              <p:cNvPr id="133" name="Freeform 77">
                <a:extLst>
                  <a:ext uri="{FF2B5EF4-FFF2-40B4-BE49-F238E27FC236}">
                    <a16:creationId xmlns:a16="http://schemas.microsoft.com/office/drawing/2014/main" id="{7C222BC0-E382-4DE7-867B-BEE58135F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0521" y="3161538"/>
                <a:ext cx="247799" cy="916410"/>
              </a:xfrm>
              <a:custGeom>
                <a:avLst/>
                <a:gdLst>
                  <a:gd name="T0" fmla="*/ 0 w 9740"/>
                  <a:gd name="T1" fmla="*/ 0 h 21600"/>
                  <a:gd name="T2" fmla="*/ 2147483646 w 9740"/>
                  <a:gd name="T3" fmla="*/ 2147483646 h 21600"/>
                  <a:gd name="T4" fmla="*/ 0 60000 65536"/>
                  <a:gd name="T5" fmla="*/ 0 60000 65536"/>
                  <a:gd name="T6" fmla="*/ 0 w 9740"/>
                  <a:gd name="T7" fmla="*/ 0 h 21600"/>
                  <a:gd name="T8" fmla="*/ 9740 w 9740"/>
                  <a:gd name="T9" fmla="*/ 21600 h 216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40" h="21600">
                    <a:moveTo>
                      <a:pt x="0" y="0"/>
                    </a:moveTo>
                    <a:cubicBezTo>
                      <a:pt x="0" y="0"/>
                      <a:pt x="21600" y="9144"/>
                      <a:pt x="467" y="2160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txBody>
              <a:bodyPr lIns="0" tIns="0" rIns="0" bIns="0"/>
              <a:lstStyle/>
              <a:p>
                <a:pPr defTabSz="642915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96518E5-FDB9-489F-90A7-1E96E6E35088}"/>
                </a:ext>
              </a:extLst>
            </p:cNvPr>
            <p:cNvGrpSpPr/>
            <p:nvPr/>
          </p:nvGrpSpPr>
          <p:grpSpPr>
            <a:xfrm>
              <a:off x="2272047" y="2094559"/>
              <a:ext cx="7635999" cy="1187648"/>
              <a:chOff x="2286740" y="3069390"/>
              <a:chExt cx="7635999" cy="1187648"/>
            </a:xfrm>
          </p:grpSpPr>
          <p:sp>
            <p:nvSpPr>
              <p:cNvPr id="84" name="Rectangle 3">
                <a:extLst>
                  <a:ext uri="{FF2B5EF4-FFF2-40B4-BE49-F238E27FC236}">
                    <a16:creationId xmlns:a16="http://schemas.microsoft.com/office/drawing/2014/main" id="{C13B90F0-179C-44E1-8DAC-61E3823482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6740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85" name="Rectangle 4">
                <a:extLst>
                  <a:ext uri="{FF2B5EF4-FFF2-40B4-BE49-F238E27FC236}">
                    <a16:creationId xmlns:a16="http://schemas.microsoft.com/office/drawing/2014/main" id="{B9338CEE-FEFE-43E8-A042-C37B67A21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029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86" name="Rectangle 5">
                <a:extLst>
                  <a:ext uri="{FF2B5EF4-FFF2-40B4-BE49-F238E27FC236}">
                    <a16:creationId xmlns:a16="http://schemas.microsoft.com/office/drawing/2014/main" id="{93ADEA0F-3531-440F-A9D9-212EAFD61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388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87" name="Rectangle 6">
                <a:extLst>
                  <a:ext uri="{FF2B5EF4-FFF2-40B4-BE49-F238E27FC236}">
                    <a16:creationId xmlns:a16="http://schemas.microsoft.com/office/drawing/2014/main" id="{E8911F66-948A-4A6F-B10B-31984A61A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677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88" name="Rectangle 7">
                <a:extLst>
                  <a:ext uri="{FF2B5EF4-FFF2-40B4-BE49-F238E27FC236}">
                    <a16:creationId xmlns:a16="http://schemas.microsoft.com/office/drawing/2014/main" id="{41F86423-E805-49FB-8719-4D010E6D0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0966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89" name="Rectangle 8">
                <a:extLst>
                  <a:ext uri="{FF2B5EF4-FFF2-40B4-BE49-F238E27FC236}">
                    <a16:creationId xmlns:a16="http://schemas.microsoft.com/office/drawing/2014/main" id="{ABC9B879-3E50-465E-BE11-9608FC08C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9255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0" name="Rectangle 9">
                <a:extLst>
                  <a:ext uri="{FF2B5EF4-FFF2-40B4-BE49-F238E27FC236}">
                    <a16:creationId xmlns:a16="http://schemas.microsoft.com/office/drawing/2014/main" id="{E050F0D7-101F-44F6-95C2-E243BEC47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544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1" name="Rectangle 10">
                <a:extLst>
                  <a:ext uri="{FF2B5EF4-FFF2-40B4-BE49-F238E27FC236}">
                    <a16:creationId xmlns:a16="http://schemas.microsoft.com/office/drawing/2014/main" id="{0E953802-2039-489E-86D8-6027702CC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5834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2" name="Rectangle 11">
                <a:extLst>
                  <a:ext uri="{FF2B5EF4-FFF2-40B4-BE49-F238E27FC236}">
                    <a16:creationId xmlns:a16="http://schemas.microsoft.com/office/drawing/2014/main" id="{E1B369B7-33CF-49B2-8F14-3EBD1E2C6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4123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3" name="Rectangle 12">
                <a:extLst>
                  <a:ext uri="{FF2B5EF4-FFF2-40B4-BE49-F238E27FC236}">
                    <a16:creationId xmlns:a16="http://schemas.microsoft.com/office/drawing/2014/main" id="{A3144A74-CDED-4A1F-AC8D-D59D137F5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2412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4" name="Rectangle 13">
                <a:extLst>
                  <a:ext uri="{FF2B5EF4-FFF2-40B4-BE49-F238E27FC236}">
                    <a16:creationId xmlns:a16="http://schemas.microsoft.com/office/drawing/2014/main" id="{B7A030BE-1C4A-431A-86D1-2C8F4C6B1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0701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5" name="Rectangle 14">
                <a:extLst>
                  <a:ext uri="{FF2B5EF4-FFF2-40B4-BE49-F238E27FC236}">
                    <a16:creationId xmlns:a16="http://schemas.microsoft.com/office/drawing/2014/main" id="{AE709E39-4D39-4A70-BA7C-7CFAC3E12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8990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96" name="Rectangle 15">
                <a:extLst>
                  <a:ext uri="{FF2B5EF4-FFF2-40B4-BE49-F238E27FC236}">
                    <a16:creationId xmlns:a16="http://schemas.microsoft.com/office/drawing/2014/main" id="{744BAD84-35BA-4D20-9CC9-3296E89CD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5772" y="3203004"/>
                <a:ext cx="120225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0</a:t>
                </a:r>
              </a:p>
            </p:txBody>
          </p:sp>
          <p:sp>
            <p:nvSpPr>
              <p:cNvPr id="97" name="Rectangle 16">
                <a:extLst>
                  <a:ext uri="{FF2B5EF4-FFF2-40B4-BE49-F238E27FC236}">
                    <a16:creationId xmlns:a16="http://schemas.microsoft.com/office/drawing/2014/main" id="{C06DE974-5F7F-41B0-A8CA-DD7F520C1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050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x[0]</a:t>
                </a:r>
              </a:p>
            </p:txBody>
          </p:sp>
          <p:sp>
            <p:nvSpPr>
              <p:cNvPr id="98" name="Rectangle 17">
                <a:extLst>
                  <a:ext uri="{FF2B5EF4-FFF2-40B4-BE49-F238E27FC236}">
                    <a16:creationId xmlns:a16="http://schemas.microsoft.com/office/drawing/2014/main" id="{0A5E19AA-EA4B-4456-AE20-113D7D217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480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x[1]</a:t>
                </a:r>
              </a:p>
            </p:txBody>
          </p:sp>
          <p:sp>
            <p:nvSpPr>
              <p:cNvPr id="99" name="Rectangle 18">
                <a:extLst>
                  <a:ext uri="{FF2B5EF4-FFF2-40B4-BE49-F238E27FC236}">
                    <a16:creationId xmlns:a16="http://schemas.microsoft.com/office/drawing/2014/main" id="{95231305-4E92-4AA7-89A6-E35FFC234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558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x[2]</a:t>
                </a:r>
              </a:p>
            </p:txBody>
          </p:sp>
          <p:sp>
            <p:nvSpPr>
              <p:cNvPr id="100" name="Rectangle 19">
                <a:extLst>
                  <a:ext uri="{FF2B5EF4-FFF2-40B4-BE49-F238E27FC236}">
                    <a16:creationId xmlns:a16="http://schemas.microsoft.com/office/drawing/2014/main" id="{CA3E6E72-8966-4151-94E4-83672B56C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987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x[3]</a:t>
                </a:r>
              </a:p>
            </p:txBody>
          </p:sp>
          <p:sp>
            <p:nvSpPr>
              <p:cNvPr id="101" name="Rectangle 20">
                <a:extLst>
                  <a:ext uri="{FF2B5EF4-FFF2-40B4-BE49-F238E27FC236}">
                    <a16:creationId xmlns:a16="http://schemas.microsoft.com/office/drawing/2014/main" id="{E8F08129-1D06-4E09-A1C0-36B89A49C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9136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x[4]</a:t>
                </a:r>
              </a:p>
            </p:txBody>
          </p:sp>
          <p:sp>
            <p:nvSpPr>
              <p:cNvPr id="102" name="Rectangle 21">
                <a:extLst>
                  <a:ext uri="{FF2B5EF4-FFF2-40B4-BE49-F238E27FC236}">
                    <a16:creationId xmlns:a16="http://schemas.microsoft.com/office/drawing/2014/main" id="{ECA2F721-3C80-4402-AF14-240DA3553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9565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x[5]</a:t>
                </a:r>
              </a:p>
            </p:txBody>
          </p:sp>
          <p:sp>
            <p:nvSpPr>
              <p:cNvPr id="103" name="Rectangle 22">
                <a:extLst>
                  <a:ext uri="{FF2B5EF4-FFF2-40B4-BE49-F238E27FC236}">
                    <a16:creationId xmlns:a16="http://schemas.microsoft.com/office/drawing/2014/main" id="{73DAB08A-A3BF-423C-BE2E-00C740BBC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1065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x[6]</a:t>
                </a:r>
              </a:p>
            </p:txBody>
          </p:sp>
          <p:sp>
            <p:nvSpPr>
              <p:cNvPr id="104" name="Rectangle 23">
                <a:extLst>
                  <a:ext uri="{FF2B5EF4-FFF2-40B4-BE49-F238E27FC236}">
                    <a16:creationId xmlns:a16="http://schemas.microsoft.com/office/drawing/2014/main" id="{354CDD7E-DAA2-4B3A-BA37-EE29A181F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8284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x[7]</a:t>
                </a:r>
              </a:p>
            </p:txBody>
          </p:sp>
          <p:sp>
            <p:nvSpPr>
              <p:cNvPr id="105" name="Rectangle 24">
                <a:extLst>
                  <a:ext uri="{FF2B5EF4-FFF2-40B4-BE49-F238E27FC236}">
                    <a16:creationId xmlns:a16="http://schemas.microsoft.com/office/drawing/2014/main" id="{B480DD7B-D175-4E54-A9DD-CC4545A7CF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5503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x[8]</a:t>
                </a:r>
              </a:p>
            </p:txBody>
          </p:sp>
          <p:sp>
            <p:nvSpPr>
              <p:cNvPr id="106" name="Rectangle 25">
                <a:extLst>
                  <a:ext uri="{FF2B5EF4-FFF2-40B4-BE49-F238E27FC236}">
                    <a16:creationId xmlns:a16="http://schemas.microsoft.com/office/drawing/2014/main" id="{10522E3B-AF35-473D-8C8F-E75EA4513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2163" y="3203004"/>
                <a:ext cx="346249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x[9]</a:t>
                </a:r>
              </a:p>
            </p:txBody>
          </p:sp>
          <p:sp>
            <p:nvSpPr>
              <p:cNvPr id="107" name="Rectangle 26">
                <a:extLst>
                  <a:ext uri="{FF2B5EF4-FFF2-40B4-BE49-F238E27FC236}">
                    <a16:creationId xmlns:a16="http://schemas.microsoft.com/office/drawing/2014/main" id="{056F709D-11B9-4A60-B0D5-8E99D83FE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9270" y="3203004"/>
                <a:ext cx="466474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x[10]</a:t>
                </a:r>
              </a:p>
            </p:txBody>
          </p:sp>
          <p:sp>
            <p:nvSpPr>
              <p:cNvPr id="108" name="Freeform 76">
                <a:extLst>
                  <a:ext uri="{FF2B5EF4-FFF2-40B4-BE49-F238E27FC236}">
                    <a16:creationId xmlns:a16="http://schemas.microsoft.com/office/drawing/2014/main" id="{ED21EA53-D4F3-4D0F-8FEC-27A4B69A9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3824" y="3339513"/>
                <a:ext cx="248915" cy="917525"/>
              </a:xfrm>
              <a:custGeom>
                <a:avLst/>
                <a:gdLst>
                  <a:gd name="T0" fmla="*/ 0 w 9740"/>
                  <a:gd name="T1" fmla="*/ 0 h 21600"/>
                  <a:gd name="T2" fmla="*/ 2147483646 w 9740"/>
                  <a:gd name="T3" fmla="*/ 2147483646 h 21600"/>
                  <a:gd name="T4" fmla="*/ 0 60000 65536"/>
                  <a:gd name="T5" fmla="*/ 0 60000 65536"/>
                  <a:gd name="T6" fmla="*/ 0 w 9740"/>
                  <a:gd name="T7" fmla="*/ 0 h 21600"/>
                  <a:gd name="T8" fmla="*/ 9740 w 9740"/>
                  <a:gd name="T9" fmla="*/ 21600 h 216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40" h="21600">
                    <a:moveTo>
                      <a:pt x="0" y="0"/>
                    </a:moveTo>
                    <a:cubicBezTo>
                      <a:pt x="0" y="0"/>
                      <a:pt x="21600" y="9144"/>
                      <a:pt x="467" y="2160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txBody>
              <a:bodyPr lIns="0" tIns="0" rIns="0" bIns="0"/>
              <a:lstStyle/>
              <a:p>
                <a:pPr defTabSz="642915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F07347B-EE9B-4DD7-AB02-59143C12148B}"/>
                </a:ext>
              </a:extLst>
            </p:cNvPr>
            <p:cNvGrpSpPr/>
            <p:nvPr/>
          </p:nvGrpSpPr>
          <p:grpSpPr>
            <a:xfrm>
              <a:off x="2272047" y="1169297"/>
              <a:ext cx="7635999" cy="1187648"/>
              <a:chOff x="2286740" y="3069390"/>
              <a:chExt cx="7635999" cy="1187648"/>
            </a:xfrm>
          </p:grpSpPr>
          <p:sp>
            <p:nvSpPr>
              <p:cNvPr id="59" name="Rectangle 3">
                <a:extLst>
                  <a:ext uri="{FF2B5EF4-FFF2-40B4-BE49-F238E27FC236}">
                    <a16:creationId xmlns:a16="http://schemas.microsoft.com/office/drawing/2014/main" id="{FDB5CA09-22D3-4C4B-8272-A291BE9ED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6740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0" name="Rectangle 4">
                <a:extLst>
                  <a:ext uri="{FF2B5EF4-FFF2-40B4-BE49-F238E27FC236}">
                    <a16:creationId xmlns:a16="http://schemas.microsoft.com/office/drawing/2014/main" id="{CBCBAA6B-B27B-4151-BAC4-CEC9C3A2A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029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1" name="Rectangle 5">
                <a:extLst>
                  <a:ext uri="{FF2B5EF4-FFF2-40B4-BE49-F238E27FC236}">
                    <a16:creationId xmlns:a16="http://schemas.microsoft.com/office/drawing/2014/main" id="{37122DA1-C212-45EC-AA5B-C1CA94B89B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388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2" name="Rectangle 6">
                <a:extLst>
                  <a:ext uri="{FF2B5EF4-FFF2-40B4-BE49-F238E27FC236}">
                    <a16:creationId xmlns:a16="http://schemas.microsoft.com/office/drawing/2014/main" id="{5B21753C-2E4F-44D6-B5FE-23B231D57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677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3" name="Rectangle 7">
                <a:extLst>
                  <a:ext uri="{FF2B5EF4-FFF2-40B4-BE49-F238E27FC236}">
                    <a16:creationId xmlns:a16="http://schemas.microsoft.com/office/drawing/2014/main" id="{A87194C1-8003-4EC4-B97D-DA0AB9A1A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0966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4" name="Rectangle 8">
                <a:extLst>
                  <a:ext uri="{FF2B5EF4-FFF2-40B4-BE49-F238E27FC236}">
                    <a16:creationId xmlns:a16="http://schemas.microsoft.com/office/drawing/2014/main" id="{F2DCFDD3-561E-4CCC-8915-B6C50C206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9255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53E54FBC-ECE3-4CE9-B33A-BAB27C032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544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6" name="Rectangle 10">
                <a:extLst>
                  <a:ext uri="{FF2B5EF4-FFF2-40B4-BE49-F238E27FC236}">
                    <a16:creationId xmlns:a16="http://schemas.microsoft.com/office/drawing/2014/main" id="{B51F818A-3D13-4EE4-B5EB-91C797A03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5834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7" name="Rectangle 11">
                <a:extLst>
                  <a:ext uri="{FF2B5EF4-FFF2-40B4-BE49-F238E27FC236}">
                    <a16:creationId xmlns:a16="http://schemas.microsoft.com/office/drawing/2014/main" id="{A3FDABEC-CCCE-49F0-85E0-4AE082E85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4123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8" name="Rectangle 12">
                <a:extLst>
                  <a:ext uri="{FF2B5EF4-FFF2-40B4-BE49-F238E27FC236}">
                    <a16:creationId xmlns:a16="http://schemas.microsoft.com/office/drawing/2014/main" id="{783316C6-F65F-472F-B8CB-668312302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2412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69" name="Rectangle 13">
                <a:extLst>
                  <a:ext uri="{FF2B5EF4-FFF2-40B4-BE49-F238E27FC236}">
                    <a16:creationId xmlns:a16="http://schemas.microsoft.com/office/drawing/2014/main" id="{58842E3F-7514-4965-86FC-7504C2028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0701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70" name="Rectangle 14">
                <a:extLst>
                  <a:ext uri="{FF2B5EF4-FFF2-40B4-BE49-F238E27FC236}">
                    <a16:creationId xmlns:a16="http://schemas.microsoft.com/office/drawing/2014/main" id="{A92C628F-D1BC-4F93-B7E9-EF8D66DA9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8990" y="3069390"/>
                <a:ext cx="535781" cy="5357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71" name="Rectangle 15">
                <a:extLst>
                  <a:ext uri="{FF2B5EF4-FFF2-40B4-BE49-F238E27FC236}">
                    <a16:creationId xmlns:a16="http://schemas.microsoft.com/office/drawing/2014/main" id="{7A4F568C-5BD0-4C33-A0D9-83AAF328C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5772" y="3203004"/>
                <a:ext cx="120225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0</a:t>
                </a:r>
              </a:p>
            </p:txBody>
          </p:sp>
          <p:sp>
            <p:nvSpPr>
              <p:cNvPr id="72" name="Rectangle 16">
                <a:extLst>
                  <a:ext uri="{FF2B5EF4-FFF2-40B4-BE49-F238E27FC236}">
                    <a16:creationId xmlns:a16="http://schemas.microsoft.com/office/drawing/2014/main" id="{2FA3E1C1-68DC-45C6-B140-19B3F3807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0062" y="3203004"/>
                <a:ext cx="120225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0</a:t>
                </a:r>
              </a:p>
            </p:txBody>
          </p:sp>
          <p:sp>
            <p:nvSpPr>
              <p:cNvPr id="73" name="Rectangle 17">
                <a:extLst>
                  <a:ext uri="{FF2B5EF4-FFF2-40B4-BE49-F238E27FC236}">
                    <a16:creationId xmlns:a16="http://schemas.microsoft.com/office/drawing/2014/main" id="{377BAA3B-BFB0-4618-8CFE-41EB3329D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480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x[0]</a:t>
                </a:r>
              </a:p>
            </p:txBody>
          </p:sp>
          <p:sp>
            <p:nvSpPr>
              <p:cNvPr id="74" name="Rectangle 18">
                <a:extLst>
                  <a:ext uri="{FF2B5EF4-FFF2-40B4-BE49-F238E27FC236}">
                    <a16:creationId xmlns:a16="http://schemas.microsoft.com/office/drawing/2014/main" id="{BD464119-D65B-4435-9441-E9311AB4D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558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x[1]</a:t>
                </a:r>
              </a:p>
            </p:txBody>
          </p:sp>
          <p:sp>
            <p:nvSpPr>
              <p:cNvPr id="75" name="Rectangle 19">
                <a:extLst>
                  <a:ext uri="{FF2B5EF4-FFF2-40B4-BE49-F238E27FC236}">
                    <a16:creationId xmlns:a16="http://schemas.microsoft.com/office/drawing/2014/main" id="{853E882A-2D58-4AA0-81B3-1F91CB3D0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987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x[2]</a:t>
                </a:r>
              </a:p>
            </p:txBody>
          </p:sp>
          <p:sp>
            <p:nvSpPr>
              <p:cNvPr id="76" name="Rectangle 20">
                <a:extLst>
                  <a:ext uri="{FF2B5EF4-FFF2-40B4-BE49-F238E27FC236}">
                    <a16:creationId xmlns:a16="http://schemas.microsoft.com/office/drawing/2014/main" id="{90A269C3-7D7C-4502-AA45-F0C674407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9136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x[3]</a:t>
                </a:r>
              </a:p>
            </p:txBody>
          </p:sp>
          <p:sp>
            <p:nvSpPr>
              <p:cNvPr id="77" name="Rectangle 21">
                <a:extLst>
                  <a:ext uri="{FF2B5EF4-FFF2-40B4-BE49-F238E27FC236}">
                    <a16:creationId xmlns:a16="http://schemas.microsoft.com/office/drawing/2014/main" id="{3B060112-F428-44E8-B7C6-C5105A6DC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9565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x[4]</a:t>
                </a:r>
              </a:p>
            </p:txBody>
          </p:sp>
          <p:sp>
            <p:nvSpPr>
              <p:cNvPr id="78" name="Rectangle 22">
                <a:extLst>
                  <a:ext uri="{FF2B5EF4-FFF2-40B4-BE49-F238E27FC236}">
                    <a16:creationId xmlns:a16="http://schemas.microsoft.com/office/drawing/2014/main" id="{91A3ED66-05A9-41B6-99E3-BB85493C7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1065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x[5]</a:t>
                </a:r>
              </a:p>
            </p:txBody>
          </p:sp>
          <p:sp>
            <p:nvSpPr>
              <p:cNvPr id="79" name="Rectangle 23">
                <a:extLst>
                  <a:ext uri="{FF2B5EF4-FFF2-40B4-BE49-F238E27FC236}">
                    <a16:creationId xmlns:a16="http://schemas.microsoft.com/office/drawing/2014/main" id="{B88B720A-1CF4-4F70-B548-FCB939887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8284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x[6]</a:t>
                </a:r>
              </a:p>
            </p:txBody>
          </p:sp>
          <p:sp>
            <p:nvSpPr>
              <p:cNvPr id="80" name="Rectangle 24">
                <a:extLst>
                  <a:ext uri="{FF2B5EF4-FFF2-40B4-BE49-F238E27FC236}">
                    <a16:creationId xmlns:a16="http://schemas.microsoft.com/office/drawing/2014/main" id="{E6BA320B-DE69-45F9-AD99-110644496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5503" y="3203004"/>
                <a:ext cx="346250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x[7]</a:t>
                </a:r>
              </a:p>
            </p:txBody>
          </p:sp>
          <p:sp>
            <p:nvSpPr>
              <p:cNvPr id="81" name="Rectangle 25">
                <a:extLst>
                  <a:ext uri="{FF2B5EF4-FFF2-40B4-BE49-F238E27FC236}">
                    <a16:creationId xmlns:a16="http://schemas.microsoft.com/office/drawing/2014/main" id="{AEF6C6D7-9BF1-4753-A2BB-B93B7B5CD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2163" y="3203004"/>
                <a:ext cx="346249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x[8]</a:t>
                </a:r>
              </a:p>
            </p:txBody>
          </p:sp>
          <p:sp>
            <p:nvSpPr>
              <p:cNvPr id="82" name="Rectangle 26">
                <a:extLst>
                  <a:ext uri="{FF2B5EF4-FFF2-40B4-BE49-F238E27FC236}">
                    <a16:creationId xmlns:a16="http://schemas.microsoft.com/office/drawing/2014/main" id="{987E1CBA-2DCE-47DB-8B4C-52B78A1E0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9382" y="3203004"/>
                <a:ext cx="346249" cy="2596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4291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687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Arial" charset="0"/>
                  </a:rPr>
                  <a:t>x[9]</a:t>
                </a:r>
              </a:p>
            </p:txBody>
          </p:sp>
          <p:sp>
            <p:nvSpPr>
              <p:cNvPr id="83" name="Freeform 76">
                <a:extLst>
                  <a:ext uri="{FF2B5EF4-FFF2-40B4-BE49-F238E27FC236}">
                    <a16:creationId xmlns:a16="http://schemas.microsoft.com/office/drawing/2014/main" id="{800C91E0-FDD2-4B47-B218-DBF91520F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3824" y="3339513"/>
                <a:ext cx="248915" cy="917525"/>
              </a:xfrm>
              <a:custGeom>
                <a:avLst/>
                <a:gdLst>
                  <a:gd name="T0" fmla="*/ 0 w 9740"/>
                  <a:gd name="T1" fmla="*/ 0 h 21600"/>
                  <a:gd name="T2" fmla="*/ 2147483646 w 9740"/>
                  <a:gd name="T3" fmla="*/ 2147483646 h 21600"/>
                  <a:gd name="T4" fmla="*/ 0 60000 65536"/>
                  <a:gd name="T5" fmla="*/ 0 60000 65536"/>
                  <a:gd name="T6" fmla="*/ 0 w 9740"/>
                  <a:gd name="T7" fmla="*/ 0 h 21600"/>
                  <a:gd name="T8" fmla="*/ 9740 w 9740"/>
                  <a:gd name="T9" fmla="*/ 21600 h 216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740" h="21600">
                    <a:moveTo>
                      <a:pt x="0" y="0"/>
                    </a:moveTo>
                    <a:cubicBezTo>
                      <a:pt x="0" y="0"/>
                      <a:pt x="21600" y="9144"/>
                      <a:pt x="467" y="2160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txBody>
              <a:bodyPr lIns="0" tIns="0" rIns="0" bIns="0"/>
              <a:lstStyle/>
              <a:p>
                <a:pPr defTabSz="642915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953">
                  <a:solidFill>
                    <a:srgbClr val="000000"/>
                  </a:solidFill>
                  <a:latin typeface="Gill Sans" charset="0"/>
                  <a:sym typeface="Gill Sans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062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Widescreen</PresentationFormat>
  <Paragraphs>375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Gill Sans</vt:lpstr>
      <vt:lpstr>Google Sans</vt:lpstr>
      <vt:lpstr>Times New Roman</vt:lpstr>
      <vt:lpstr>Wingdings</vt:lpstr>
      <vt:lpstr>Office Theme</vt:lpstr>
      <vt:lpstr>Plucked string</vt:lpstr>
      <vt:lpstr>Guitar pluck</vt:lpstr>
      <vt:lpstr>Code</vt:lpstr>
      <vt:lpstr>How it works</vt:lpstr>
      <vt:lpstr>Simple implementation</vt:lpstr>
      <vt:lpstr>KS from 1995 Valimaki</vt:lpstr>
      <vt:lpstr>Smith 1992, fig 3 Ideal lossless waveguide with observation points at x=0 and x= 3X=3cT</vt:lpstr>
      <vt:lpstr>Smith 1992, fig 4 Simplified picture of ideal waveguide simulation</vt:lpstr>
      <vt:lpstr>Animal vocalization example</vt:lpstr>
      <vt:lpstr>Flute example</vt:lpstr>
      <vt:lpstr>Figure 1.2</vt:lpstr>
      <vt:lpstr>Figure 10.1</vt:lpstr>
      <vt:lpstr>Figure 10.2</vt:lpstr>
      <vt:lpstr>Figure 10.3</vt:lpstr>
      <vt:lpstr>Figure 17.6</vt:lpstr>
      <vt:lpstr>Figure 18.1</vt:lpstr>
      <vt:lpstr>Figure 19.1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Reiss</dc:creator>
  <cp:lastModifiedBy>Josh Reiss</cp:lastModifiedBy>
  <cp:revision>8</cp:revision>
  <dcterms:created xsi:type="dcterms:W3CDTF">2020-11-21T07:03:12Z</dcterms:created>
  <dcterms:modified xsi:type="dcterms:W3CDTF">2026-02-27T20:28:13Z</dcterms:modified>
</cp:coreProperties>
</file>