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" y="5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5A94-E03D-CC78-F06B-855CD202F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8484D-00E4-25B5-47F0-AECC2034E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2CDDF-6D8E-415C-8B93-708A76D6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A2E66-C591-1C41-1E3B-0CF0E875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EE67C-9198-533B-C66B-6DE58FB9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83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E9C8-4EC8-6214-1EB0-16440AC0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F5646-A442-0FF5-A5CB-8FB645A7C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6561-B51B-6639-4E8A-D1047201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BE86C-3482-7879-4271-31256F64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373D4-F592-D2DD-6FC6-D6EE2D19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5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D4B4-3398-6D34-FFE8-DFF72D6F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417E3-A190-FF91-88BC-799A259CA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43A56-5C83-770C-722D-6E62BEDF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8A794-B304-A36A-F793-CF2FC833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64E30-B459-1A4C-9D8D-49B0AB12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76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5A9D8-F67C-1147-FC13-8D123A67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63C84-D998-BD48-A5A5-FC747533F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3F87B-336E-3D54-D12D-97452A464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9EF96-3FF3-EE89-AA8A-C0452D5B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6B7FF-EDE1-DD42-B132-B3263329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A5158-372D-4783-2590-3A14ECA9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3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F380-D50B-EC22-29A0-54556F117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227E3-5C06-44AA-3042-DEB5B30BF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A63F5-A839-CF07-B32A-6DA7AC8C8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D177E-EAF3-D689-6C8D-9AA7ABA36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A3284B-B44D-B3F7-D6F8-9B7EFF536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F37236-B40D-0C50-0E39-78228DF4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26B65-0D80-102D-2EA4-A7FF5479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7A3008-A077-B636-9AA0-9FE452DD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451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3BF5-68DC-892C-D11A-77969B36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38355-AA1C-870C-8374-69D3D86FC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69F43-2356-ED5C-E13C-867E16BE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9C34C-26D4-423D-CFD1-0648E508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07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A588E-BEA4-2A67-3FEA-68BD74D6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D82C06-9487-0EC4-E664-4CEF7006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8641E-8439-1B0E-44E6-056C8D1A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4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DAA6-F1D8-590C-6748-CCC7AC4F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C1131-D83B-D5B0-F660-2863D54CC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8CFE6-5967-A104-F5E8-3911DD7A0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B55E4-22EB-6569-3EAC-63A8DBD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D98AB-33E6-17CF-F1AE-D53E2EED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7F742-2AE4-7B2F-503A-C7724A41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51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FFB4-8648-EAC5-7ED8-BA0B153D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E3AEC-1197-8909-2099-38523E189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2132B-3FD3-E34D-C341-8481CECC4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CD04C-113D-3171-5C70-4A62C9A2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EFE8C-675E-4845-FF96-6C94F9E61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77ED8-25DC-C39C-54FE-0A05E0AA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92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6260-C863-8DD4-2B2E-69333F39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697A8-22FC-E176-C828-615F5C5E1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76ADC-7331-4900-1B44-82C4B368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BF764-8C9A-CA83-8325-D9FABF6B8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11DCA-FC4D-2B2E-2C01-0D51A914F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63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FDF84-DF45-A00E-05AA-A72E5EC33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2353B-9F7B-65B6-4D5C-DDA9E2FBF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997A3-AA11-EA2E-E473-66AD22B1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58C90-3ABB-95B1-913B-99FDEC6C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02942-7A5E-5599-0CB7-7A919DE2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141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FB3CF-1BC3-EF51-42DD-C392B227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89417-8B32-7760-0444-0ABD5527B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3D101-3123-018D-2AB4-1388BE61E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B3794-8F73-4636-A51C-45AB196F5AB7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87660-DBF8-1CB5-CC06-C97B47EE9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C87FC-65FE-189A-5E3A-9B7C98598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59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F8F3-1B77-F1FA-3256-75DD4DBB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B2E2-7B29-81CE-C23D-D07E5EAE4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638"/>
          </a:xfrm>
        </p:spPr>
        <p:txBody>
          <a:bodyPr/>
          <a:lstStyle/>
          <a:p>
            <a:r>
              <a:rPr lang="en-US" dirty="0"/>
              <a:t>Common forms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CDED6F-0323-4A4A-6CF0-E4DE52C309A1}"/>
              </a:ext>
            </a:extLst>
          </p:cNvPr>
          <p:cNvSpPr/>
          <p:nvPr/>
        </p:nvSpPr>
        <p:spPr>
          <a:xfrm>
            <a:off x="7113317" y="3473189"/>
            <a:ext cx="911467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Excitation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9F191-FEEF-B822-1623-78077FAE7DA6}"/>
              </a:ext>
            </a:extLst>
          </p:cNvPr>
          <p:cNvSpPr/>
          <p:nvPr/>
        </p:nvSpPr>
        <p:spPr>
          <a:xfrm>
            <a:off x="9662615" y="3473189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Delay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8AA5C8-F381-0E82-CDFC-D0858F532A66}"/>
              </a:ext>
            </a:extLst>
          </p:cNvPr>
          <p:cNvSpPr/>
          <p:nvPr/>
        </p:nvSpPr>
        <p:spPr>
          <a:xfrm>
            <a:off x="8416902" y="2629772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Feedbackgain</a:t>
            </a:r>
            <a:endParaRPr lang="en-GB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B16DEC-8A01-D7EC-DB4B-707FA4C98D9D}"/>
              </a:ext>
            </a:extLst>
          </p:cNvPr>
          <p:cNvSpPr/>
          <p:nvPr/>
        </p:nvSpPr>
        <p:spPr>
          <a:xfrm>
            <a:off x="11110694" y="3473189"/>
            <a:ext cx="734887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D492B1-28C9-2DB5-3AE7-5ADCC7534B2E}"/>
              </a:ext>
            </a:extLst>
          </p:cNvPr>
          <p:cNvCxnSpPr>
            <a:cxnSpLocks/>
            <a:stCxn id="17" idx="3"/>
            <a:endCxn id="25" idx="2"/>
          </p:cNvCxnSpPr>
          <p:nvPr/>
        </p:nvCxnSpPr>
        <p:spPr>
          <a:xfrm>
            <a:off x="8024784" y="3736220"/>
            <a:ext cx="604124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DFCA18-AD11-F1ED-08C0-6662680C9F83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9293672" y="2883756"/>
            <a:ext cx="807328" cy="9047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3379EE-14DA-AA01-4412-AC00B0E44CC4}"/>
              </a:ext>
            </a:extLst>
          </p:cNvPr>
          <p:cNvCxnSpPr>
            <a:cxnSpLocks/>
          </p:cNvCxnSpPr>
          <p:nvPr/>
        </p:nvCxnSpPr>
        <p:spPr>
          <a:xfrm flipV="1">
            <a:off x="10091359" y="2892803"/>
            <a:ext cx="9640" cy="624224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DEF2-E75D-DF60-BCA0-6B7659C67AB6}"/>
              </a:ext>
            </a:extLst>
          </p:cNvPr>
          <p:cNvCxnSpPr>
            <a:cxnSpLocks/>
            <a:stCxn id="19" idx="2"/>
            <a:endCxn id="25" idx="0"/>
          </p:cNvCxnSpPr>
          <p:nvPr/>
        </p:nvCxnSpPr>
        <p:spPr>
          <a:xfrm flipH="1">
            <a:off x="8848100" y="3155834"/>
            <a:ext cx="7186" cy="36119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EFB3D6B-3125-48FE-B9BD-0408AA546CA6}"/>
              </a:ext>
            </a:extLst>
          </p:cNvPr>
          <p:cNvSpPr/>
          <p:nvPr/>
        </p:nvSpPr>
        <p:spPr>
          <a:xfrm>
            <a:off x="8628908" y="3517027"/>
            <a:ext cx="438385" cy="438385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6CE486-DE5B-C3A3-23BB-5837C827F6E0}"/>
              </a:ext>
            </a:extLst>
          </p:cNvPr>
          <p:cNvCxnSpPr>
            <a:cxnSpLocks/>
            <a:stCxn id="25" idx="6"/>
            <a:endCxn id="18" idx="1"/>
          </p:cNvCxnSpPr>
          <p:nvPr/>
        </p:nvCxnSpPr>
        <p:spPr>
          <a:xfrm>
            <a:off x="9067293" y="3736220"/>
            <a:ext cx="59532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A30886D-95D1-D984-D86D-632077E12FB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0539385" y="3736220"/>
            <a:ext cx="57130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AEBD51B-A316-CC5F-B18C-A44A18E4F720}"/>
              </a:ext>
            </a:extLst>
          </p:cNvPr>
          <p:cNvSpPr/>
          <p:nvPr/>
        </p:nvSpPr>
        <p:spPr>
          <a:xfrm>
            <a:off x="7857771" y="5498928"/>
            <a:ext cx="911467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Excitation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8E21BF-002C-99AA-EE1B-2704CB66915D}"/>
              </a:ext>
            </a:extLst>
          </p:cNvPr>
          <p:cNvSpPr/>
          <p:nvPr/>
        </p:nvSpPr>
        <p:spPr>
          <a:xfrm>
            <a:off x="10407069" y="5498928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Delay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B026B5-C3F2-42FC-C8DF-71427316E04D}"/>
              </a:ext>
            </a:extLst>
          </p:cNvPr>
          <p:cNvSpPr/>
          <p:nvPr/>
        </p:nvSpPr>
        <p:spPr>
          <a:xfrm>
            <a:off x="9161356" y="4655511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Feedbackgain</a:t>
            </a:r>
            <a:endParaRPr lang="en-GB" sz="1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829B60-0A45-8BC8-27A6-E415A3AF9C3D}"/>
              </a:ext>
            </a:extLst>
          </p:cNvPr>
          <p:cNvSpPr/>
          <p:nvPr/>
        </p:nvSpPr>
        <p:spPr>
          <a:xfrm>
            <a:off x="10524271" y="6183667"/>
            <a:ext cx="734887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1F5712F-D9F9-5585-3729-A655FFC6C9C0}"/>
              </a:ext>
            </a:extLst>
          </p:cNvPr>
          <p:cNvCxnSpPr>
            <a:cxnSpLocks/>
            <a:stCxn id="38" idx="3"/>
            <a:endCxn id="46" idx="2"/>
          </p:cNvCxnSpPr>
          <p:nvPr/>
        </p:nvCxnSpPr>
        <p:spPr>
          <a:xfrm>
            <a:off x="8769238" y="5761959"/>
            <a:ext cx="604124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F4F8EEB-4F73-E9E6-2BBE-B2CC19654D5F}"/>
              </a:ext>
            </a:extLst>
          </p:cNvPr>
          <p:cNvCxnSpPr>
            <a:cxnSpLocks/>
            <a:endCxn id="40" idx="3"/>
          </p:cNvCxnSpPr>
          <p:nvPr/>
        </p:nvCxnSpPr>
        <p:spPr>
          <a:xfrm flipH="1">
            <a:off x="10038126" y="4909495"/>
            <a:ext cx="807328" cy="9047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7C125A-A9E1-8791-CCF2-BEECF4CC1589}"/>
              </a:ext>
            </a:extLst>
          </p:cNvPr>
          <p:cNvCxnSpPr>
            <a:cxnSpLocks/>
          </p:cNvCxnSpPr>
          <p:nvPr/>
        </p:nvCxnSpPr>
        <p:spPr>
          <a:xfrm flipV="1">
            <a:off x="10835814" y="4918542"/>
            <a:ext cx="9640" cy="624224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D5ED55-E425-0A99-D628-40ADB4386C09}"/>
              </a:ext>
            </a:extLst>
          </p:cNvPr>
          <p:cNvCxnSpPr>
            <a:cxnSpLocks/>
            <a:stCxn id="40" idx="2"/>
            <a:endCxn id="46" idx="0"/>
          </p:cNvCxnSpPr>
          <p:nvPr/>
        </p:nvCxnSpPr>
        <p:spPr>
          <a:xfrm flipH="1">
            <a:off x="9592555" y="5181573"/>
            <a:ext cx="7186" cy="36119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0EC2F93C-764A-F4F9-26C0-493B5909588E}"/>
              </a:ext>
            </a:extLst>
          </p:cNvPr>
          <p:cNvSpPr/>
          <p:nvPr/>
        </p:nvSpPr>
        <p:spPr>
          <a:xfrm>
            <a:off x="9373362" y="5542766"/>
            <a:ext cx="438385" cy="438385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2385593-BA35-670D-AAD1-EF4B6EB95B29}"/>
              </a:ext>
            </a:extLst>
          </p:cNvPr>
          <p:cNvCxnSpPr>
            <a:cxnSpLocks/>
            <a:stCxn id="46" idx="6"/>
            <a:endCxn id="39" idx="1"/>
          </p:cNvCxnSpPr>
          <p:nvPr/>
        </p:nvCxnSpPr>
        <p:spPr>
          <a:xfrm>
            <a:off x="9811747" y="5761959"/>
            <a:ext cx="59532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C923CA7-B20F-81A0-AF48-ABBD189FB962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9623621" y="6446698"/>
            <a:ext cx="900651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02ED99B-AAD2-09BE-0BE5-FE83276E1EF3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9592555" y="5981151"/>
            <a:ext cx="7186" cy="465547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235520DB-173B-5079-88C5-4334ED1EB0F6}"/>
              </a:ext>
            </a:extLst>
          </p:cNvPr>
          <p:cNvSpPr/>
          <p:nvPr/>
        </p:nvSpPr>
        <p:spPr>
          <a:xfrm>
            <a:off x="7006426" y="1428752"/>
            <a:ext cx="911467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Excitation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43E6970-F7F9-F19D-E90D-6223A4B96F5F}"/>
              </a:ext>
            </a:extLst>
          </p:cNvPr>
          <p:cNvSpPr/>
          <p:nvPr/>
        </p:nvSpPr>
        <p:spPr>
          <a:xfrm>
            <a:off x="9555724" y="1428752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Delay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2B10E86-5C4B-74F9-75B6-6D7C271F09D2}"/>
              </a:ext>
            </a:extLst>
          </p:cNvPr>
          <p:cNvSpPr/>
          <p:nvPr/>
        </p:nvSpPr>
        <p:spPr>
          <a:xfrm>
            <a:off x="8310011" y="585335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Feedbackgain</a:t>
            </a:r>
            <a:endParaRPr lang="en-GB" sz="14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4E66FF2-FA32-5988-475B-2C5FE24793C4}"/>
              </a:ext>
            </a:extLst>
          </p:cNvPr>
          <p:cNvSpPr/>
          <p:nvPr/>
        </p:nvSpPr>
        <p:spPr>
          <a:xfrm>
            <a:off x="11003803" y="1428752"/>
            <a:ext cx="734887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63FB155-A571-7D9C-7072-8CA2D8B0ADC7}"/>
              </a:ext>
            </a:extLst>
          </p:cNvPr>
          <p:cNvCxnSpPr>
            <a:cxnSpLocks/>
            <a:stCxn id="66" idx="3"/>
            <a:endCxn id="74" idx="2"/>
          </p:cNvCxnSpPr>
          <p:nvPr/>
        </p:nvCxnSpPr>
        <p:spPr>
          <a:xfrm>
            <a:off x="7917893" y="1691783"/>
            <a:ext cx="604124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0044A71-9210-C9DC-82C2-156409E86D87}"/>
              </a:ext>
            </a:extLst>
          </p:cNvPr>
          <p:cNvCxnSpPr>
            <a:cxnSpLocks/>
            <a:stCxn id="88" idx="1"/>
            <a:endCxn id="68" idx="3"/>
          </p:cNvCxnSpPr>
          <p:nvPr/>
        </p:nvCxnSpPr>
        <p:spPr>
          <a:xfrm flipH="1" flipV="1">
            <a:off x="9186781" y="848366"/>
            <a:ext cx="365650" cy="1031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A4697C2-1C6C-F020-5C89-791331711522}"/>
              </a:ext>
            </a:extLst>
          </p:cNvPr>
          <p:cNvCxnSpPr>
            <a:cxnSpLocks/>
            <a:stCxn id="67" idx="0"/>
            <a:endCxn id="88" idx="2"/>
          </p:cNvCxnSpPr>
          <p:nvPr/>
        </p:nvCxnSpPr>
        <p:spPr>
          <a:xfrm flipH="1" flipV="1">
            <a:off x="9990816" y="1121707"/>
            <a:ext cx="3293" cy="30704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C505343-E446-899D-4444-66C85C9A52D0}"/>
              </a:ext>
            </a:extLst>
          </p:cNvPr>
          <p:cNvCxnSpPr>
            <a:cxnSpLocks/>
            <a:stCxn id="68" idx="2"/>
            <a:endCxn id="74" idx="0"/>
          </p:cNvCxnSpPr>
          <p:nvPr/>
        </p:nvCxnSpPr>
        <p:spPr>
          <a:xfrm flipH="1">
            <a:off x="8741209" y="1111397"/>
            <a:ext cx="7186" cy="36119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D42EBCB5-A160-3608-969D-2ACEA8BB228E}"/>
              </a:ext>
            </a:extLst>
          </p:cNvPr>
          <p:cNvSpPr/>
          <p:nvPr/>
        </p:nvSpPr>
        <p:spPr>
          <a:xfrm>
            <a:off x="8522017" y="1472590"/>
            <a:ext cx="438385" cy="438385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19AC3D-8A8A-80A8-7C75-52DEC1170FED}"/>
              </a:ext>
            </a:extLst>
          </p:cNvPr>
          <p:cNvCxnSpPr>
            <a:cxnSpLocks/>
            <a:stCxn id="74" idx="6"/>
            <a:endCxn id="67" idx="1"/>
          </p:cNvCxnSpPr>
          <p:nvPr/>
        </p:nvCxnSpPr>
        <p:spPr>
          <a:xfrm>
            <a:off x="8960402" y="1691783"/>
            <a:ext cx="59532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215A171-C9DB-AC2E-5419-49E104E27B8B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10432494" y="1691783"/>
            <a:ext cx="57130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2C96BE08-2EE8-D0EC-21E4-FE84463867C6}"/>
              </a:ext>
            </a:extLst>
          </p:cNvPr>
          <p:cNvSpPr/>
          <p:nvPr/>
        </p:nvSpPr>
        <p:spPr>
          <a:xfrm>
            <a:off x="9552431" y="595645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Delay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AA1D114-1BB1-1A49-1550-77863AFBFB8F}"/>
              </a:ext>
            </a:extLst>
          </p:cNvPr>
          <p:cNvSpPr txBox="1"/>
          <p:nvPr/>
        </p:nvSpPr>
        <p:spPr>
          <a:xfrm>
            <a:off x="6341424" y="712519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</a:t>
            </a:r>
            <a:endParaRPr lang="en-GB" sz="36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E4E9E85-6BDF-E0E8-77E0-EE25324F784E}"/>
              </a:ext>
            </a:extLst>
          </p:cNvPr>
          <p:cNvSpPr txBox="1"/>
          <p:nvPr/>
        </p:nvSpPr>
        <p:spPr>
          <a:xfrm>
            <a:off x="6303819" y="3269672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</a:t>
            </a:r>
            <a:endParaRPr lang="en-GB" sz="36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AD44337-E5EC-CBA3-4E7C-603F7790D885}"/>
              </a:ext>
            </a:extLst>
          </p:cNvPr>
          <p:cNvSpPr txBox="1"/>
          <p:nvPr/>
        </p:nvSpPr>
        <p:spPr>
          <a:xfrm>
            <a:off x="6456219" y="5826824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335887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Common forms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Reiss</dc:creator>
  <cp:lastModifiedBy>Joshua Reiss</cp:lastModifiedBy>
  <cp:revision>1</cp:revision>
  <dcterms:created xsi:type="dcterms:W3CDTF">2025-08-29T21:51:45Z</dcterms:created>
  <dcterms:modified xsi:type="dcterms:W3CDTF">2025-08-29T21:52:22Z</dcterms:modified>
</cp:coreProperties>
</file>