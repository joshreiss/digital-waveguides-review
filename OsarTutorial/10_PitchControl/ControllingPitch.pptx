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4C6F9-B693-482E-B1B8-D61335F4EE17}" v="1" dt="2025-07-23T10:21:46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3" autoAdjust="0"/>
    <p:restoredTop sz="96370" autoAdjust="0"/>
  </p:normalViewPr>
  <p:slideViewPr>
    <p:cSldViewPr snapToGrid="0">
      <p:cViewPr varScale="1">
        <p:scale>
          <a:sx n="70" d="100"/>
          <a:sy n="70" d="100"/>
        </p:scale>
        <p:origin x="36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2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Reiss" userId="71f87c30-4769-4a42-a082-a6a82298c8cb" providerId="ADAL" clId="{2DD4C6F9-B693-482E-B1B8-D61335F4EE17}"/>
    <pc:docChg chg="modSld">
      <pc:chgData name="Joshua Reiss" userId="71f87c30-4769-4a42-a082-a6a82298c8cb" providerId="ADAL" clId="{2DD4C6F9-B693-482E-B1B8-D61335F4EE17}" dt="2025-07-23T10:21:46.483" v="0" actId="164"/>
      <pc:docMkLst>
        <pc:docMk/>
      </pc:docMkLst>
      <pc:sldChg chg="addSp modSp">
        <pc:chgData name="Joshua Reiss" userId="71f87c30-4769-4a42-a082-a6a82298c8cb" providerId="ADAL" clId="{2DD4C6F9-B693-482E-B1B8-D61335F4EE17}" dt="2025-07-23T10:21:46.483" v="0" actId="164"/>
        <pc:sldMkLst>
          <pc:docMk/>
          <pc:sldMk cId="4287236545" sldId="352"/>
        </pc:sldMkLst>
        <pc:spChg chg="mod">
          <ac:chgData name="Joshua Reiss" userId="71f87c30-4769-4a42-a082-a6a82298c8cb" providerId="ADAL" clId="{2DD4C6F9-B693-482E-B1B8-D61335F4EE17}" dt="2025-07-23T10:21:46.483" v="0" actId="164"/>
          <ac:spMkLst>
            <pc:docMk/>
            <pc:sldMk cId="4287236545" sldId="352"/>
            <ac:spMk id="8" creationId="{1A76E437-7554-4B56-C4E2-BB3C0E4AEA31}"/>
          </ac:spMkLst>
        </pc:spChg>
        <pc:spChg chg="mod">
          <ac:chgData name="Joshua Reiss" userId="71f87c30-4769-4a42-a082-a6a82298c8cb" providerId="ADAL" clId="{2DD4C6F9-B693-482E-B1B8-D61335F4EE17}" dt="2025-07-23T10:21:46.483" v="0" actId="164"/>
          <ac:spMkLst>
            <pc:docMk/>
            <pc:sldMk cId="4287236545" sldId="352"/>
            <ac:spMk id="9" creationId="{7D6EC9BA-C03E-26D1-FAD2-EAF6500A119B}"/>
          </ac:spMkLst>
        </pc:spChg>
        <pc:spChg chg="mod">
          <ac:chgData name="Joshua Reiss" userId="71f87c30-4769-4a42-a082-a6a82298c8cb" providerId="ADAL" clId="{2DD4C6F9-B693-482E-B1B8-D61335F4EE17}" dt="2025-07-23T10:21:46.483" v="0" actId="164"/>
          <ac:spMkLst>
            <pc:docMk/>
            <pc:sldMk cId="4287236545" sldId="352"/>
            <ac:spMk id="10" creationId="{B5081D72-5F55-AF7E-6F70-312422E679C4}"/>
          </ac:spMkLst>
        </pc:spChg>
        <pc:spChg chg="mod">
          <ac:chgData name="Joshua Reiss" userId="71f87c30-4769-4a42-a082-a6a82298c8cb" providerId="ADAL" clId="{2DD4C6F9-B693-482E-B1B8-D61335F4EE17}" dt="2025-07-23T10:21:46.483" v="0" actId="164"/>
          <ac:spMkLst>
            <pc:docMk/>
            <pc:sldMk cId="4287236545" sldId="352"/>
            <ac:spMk id="11" creationId="{02F4F030-6317-C08E-2981-31F49999B6D7}"/>
          </ac:spMkLst>
        </pc:spChg>
        <pc:spChg chg="mod">
          <ac:chgData name="Joshua Reiss" userId="71f87c30-4769-4a42-a082-a6a82298c8cb" providerId="ADAL" clId="{2DD4C6F9-B693-482E-B1B8-D61335F4EE17}" dt="2025-07-23T10:21:46.483" v="0" actId="164"/>
          <ac:spMkLst>
            <pc:docMk/>
            <pc:sldMk cId="4287236545" sldId="352"/>
            <ac:spMk id="16" creationId="{FEA53039-A3DB-31C0-15B9-B21868D43CCD}"/>
          </ac:spMkLst>
        </pc:spChg>
        <pc:spChg chg="mod">
          <ac:chgData name="Joshua Reiss" userId="71f87c30-4769-4a42-a082-a6a82298c8cb" providerId="ADAL" clId="{2DD4C6F9-B693-482E-B1B8-D61335F4EE17}" dt="2025-07-23T10:21:46.483" v="0" actId="164"/>
          <ac:spMkLst>
            <pc:docMk/>
            <pc:sldMk cId="4287236545" sldId="352"/>
            <ac:spMk id="19" creationId="{875DE4CB-A6E6-1D25-07A1-06577C926098}"/>
          </ac:spMkLst>
        </pc:spChg>
        <pc:spChg chg="mod">
          <ac:chgData name="Joshua Reiss" userId="71f87c30-4769-4a42-a082-a6a82298c8cb" providerId="ADAL" clId="{2DD4C6F9-B693-482E-B1B8-D61335F4EE17}" dt="2025-07-23T10:21:46.483" v="0" actId="164"/>
          <ac:spMkLst>
            <pc:docMk/>
            <pc:sldMk cId="4287236545" sldId="352"/>
            <ac:spMk id="22" creationId="{F0258842-9D83-3B98-6325-83CFFD82DFFC}"/>
          </ac:spMkLst>
        </pc:spChg>
        <pc:grpChg chg="add mod">
          <ac:chgData name="Joshua Reiss" userId="71f87c30-4769-4a42-a082-a6a82298c8cb" providerId="ADAL" clId="{2DD4C6F9-B693-482E-B1B8-D61335F4EE17}" dt="2025-07-23T10:21:46.483" v="0" actId="164"/>
          <ac:grpSpMkLst>
            <pc:docMk/>
            <pc:sldMk cId="4287236545" sldId="352"/>
            <ac:grpSpMk id="3" creationId="{8D9C7F2E-0DEE-BB09-7413-0E917DC97552}"/>
          </ac:grpSpMkLst>
        </pc:grpChg>
        <pc:cxnChg chg="mod">
          <ac:chgData name="Joshua Reiss" userId="71f87c30-4769-4a42-a082-a6a82298c8cb" providerId="ADAL" clId="{2DD4C6F9-B693-482E-B1B8-D61335F4EE17}" dt="2025-07-23T10:21:46.483" v="0" actId="164"/>
          <ac:cxnSpMkLst>
            <pc:docMk/>
            <pc:sldMk cId="4287236545" sldId="352"/>
            <ac:cxnSpMk id="15" creationId="{53D14D3D-1A10-DEA6-230D-5D42A8C50CD6}"/>
          </ac:cxnSpMkLst>
        </pc:cxnChg>
        <pc:cxnChg chg="mod">
          <ac:chgData name="Joshua Reiss" userId="71f87c30-4769-4a42-a082-a6a82298c8cb" providerId="ADAL" clId="{2DD4C6F9-B693-482E-B1B8-D61335F4EE17}" dt="2025-07-23T10:21:46.483" v="0" actId="164"/>
          <ac:cxnSpMkLst>
            <pc:docMk/>
            <pc:sldMk cId="4287236545" sldId="352"/>
            <ac:cxnSpMk id="23" creationId="{106AF0D4-0CD4-4EBB-E52E-C99FEA52B677}"/>
          </ac:cxnSpMkLst>
        </pc:cxnChg>
      </pc:sldChg>
    </pc:docChg>
  </pc:docChgLst>
  <pc:docChgLst>
    <pc:chgData name="Joshua Reiss" userId="71f87c30-4769-4a42-a082-a6a82298c8cb" providerId="ADAL" clId="{D788B803-6CAF-456E-9D5B-399D0D7F1309}"/>
    <pc:docChg chg="undo custSel addSld delSld modSld">
      <pc:chgData name="Joshua Reiss" userId="71f87c30-4769-4a42-a082-a6a82298c8cb" providerId="ADAL" clId="{D788B803-6CAF-456E-9D5B-399D0D7F1309}" dt="2025-04-02T15:03:00.425" v="2167" actId="692"/>
      <pc:docMkLst>
        <pc:docMk/>
      </pc:docMkLst>
      <pc:sldChg chg="modSp add">
        <pc:chgData name="Joshua Reiss" userId="71f87c30-4769-4a42-a082-a6a82298c8cb" providerId="ADAL" clId="{D788B803-6CAF-456E-9D5B-399D0D7F1309}" dt="2025-03-13T14:44:17.415" v="200" actId="5736"/>
        <pc:sldMkLst>
          <pc:docMk/>
          <pc:sldMk cId="1710399065" sldId="272"/>
        </pc:sldMkLst>
      </pc:sldChg>
      <pc:sldChg chg="add">
        <pc:chgData name="Joshua Reiss" userId="71f87c30-4769-4a42-a082-a6a82298c8cb" providerId="ADAL" clId="{D788B803-6CAF-456E-9D5B-399D0D7F1309}" dt="2025-03-13T13:04:18.144" v="199"/>
        <pc:sldMkLst>
          <pc:docMk/>
          <pc:sldMk cId="2879517915" sldId="273"/>
        </pc:sldMkLst>
      </pc:sldChg>
      <pc:sldChg chg="add">
        <pc:chgData name="Joshua Reiss" userId="71f87c30-4769-4a42-a082-a6a82298c8cb" providerId="ADAL" clId="{D788B803-6CAF-456E-9D5B-399D0D7F1309}" dt="2025-03-13T13:04:18.144" v="199"/>
        <pc:sldMkLst>
          <pc:docMk/>
          <pc:sldMk cId="90723974" sldId="278"/>
        </pc:sldMkLst>
      </pc:sldChg>
      <pc:sldChg chg="add">
        <pc:chgData name="Joshua Reiss" userId="71f87c30-4769-4a42-a082-a6a82298c8cb" providerId="ADAL" clId="{D788B803-6CAF-456E-9D5B-399D0D7F1309}" dt="2025-03-13T13:04:18.144" v="199"/>
        <pc:sldMkLst>
          <pc:docMk/>
          <pc:sldMk cId="1496450886" sldId="305"/>
        </pc:sldMkLst>
      </pc:sldChg>
      <pc:sldChg chg="add">
        <pc:chgData name="Joshua Reiss" userId="71f87c30-4769-4a42-a082-a6a82298c8cb" providerId="ADAL" clId="{D788B803-6CAF-456E-9D5B-399D0D7F1309}" dt="2025-03-13T13:04:18.144" v="199"/>
        <pc:sldMkLst>
          <pc:docMk/>
          <pc:sldMk cId="1320625119" sldId="306"/>
        </pc:sldMkLst>
      </pc:sldChg>
      <pc:sldChg chg="add">
        <pc:chgData name="Joshua Reiss" userId="71f87c30-4769-4a42-a082-a6a82298c8cb" providerId="ADAL" clId="{D788B803-6CAF-456E-9D5B-399D0D7F1309}" dt="2025-03-13T13:04:18.144" v="199"/>
        <pc:sldMkLst>
          <pc:docMk/>
          <pc:sldMk cId="2261269671" sldId="311"/>
        </pc:sldMkLst>
      </pc:sldChg>
      <pc:sldChg chg="modSp mod">
        <pc:chgData name="Joshua Reiss" userId="71f87c30-4769-4a42-a082-a6a82298c8cb" providerId="ADAL" clId="{D788B803-6CAF-456E-9D5B-399D0D7F1309}" dt="2025-03-13T20:53:53.421" v="209" actId="1036"/>
        <pc:sldMkLst>
          <pc:docMk/>
          <pc:sldMk cId="1068395398" sldId="351"/>
        </pc:sldMkLst>
      </pc:sldChg>
      <pc:sldChg chg="addSp delSp modSp new mod">
        <pc:chgData name="Joshua Reiss" userId="71f87c30-4769-4a42-a082-a6a82298c8cb" providerId="ADAL" clId="{D788B803-6CAF-456E-9D5B-399D0D7F1309}" dt="2025-03-12T13:16:47.584" v="198" actId="207"/>
        <pc:sldMkLst>
          <pc:docMk/>
          <pc:sldMk cId="3176130722" sldId="362"/>
        </pc:sldMkLst>
      </pc:sldChg>
      <pc:sldChg chg="add">
        <pc:chgData name="Joshua Reiss" userId="71f87c30-4769-4a42-a082-a6a82298c8cb" providerId="ADAL" clId="{D788B803-6CAF-456E-9D5B-399D0D7F1309}" dt="2025-03-13T13:04:18.144" v="199"/>
        <pc:sldMkLst>
          <pc:docMk/>
          <pc:sldMk cId="23973663" sldId="363"/>
        </pc:sldMkLst>
      </pc:sldChg>
      <pc:sldChg chg="add del">
        <pc:chgData name="Joshua Reiss" userId="71f87c30-4769-4a42-a082-a6a82298c8cb" providerId="ADAL" clId="{D788B803-6CAF-456E-9D5B-399D0D7F1309}" dt="2025-03-14T21:23:05.601" v="211"/>
        <pc:sldMkLst>
          <pc:docMk/>
          <pc:sldMk cId="1769010252" sldId="364"/>
        </pc:sldMkLst>
      </pc:sldChg>
      <pc:sldChg chg="addSp delSp modSp add mod">
        <pc:chgData name="Joshua Reiss" userId="71f87c30-4769-4a42-a082-a6a82298c8cb" providerId="ADAL" clId="{D788B803-6CAF-456E-9D5B-399D0D7F1309}" dt="2025-03-14T21:37:44.031" v="505" actId="20577"/>
        <pc:sldMkLst>
          <pc:docMk/>
          <pc:sldMk cId="2016982695" sldId="364"/>
        </pc:sldMkLst>
      </pc:sldChg>
      <pc:sldChg chg="addSp delSp modSp add mod">
        <pc:chgData name="Joshua Reiss" userId="71f87c30-4769-4a42-a082-a6a82298c8cb" providerId="ADAL" clId="{D788B803-6CAF-456E-9D5B-399D0D7F1309}" dt="2025-03-22T11:29:57.645" v="1202" actId="1076"/>
        <pc:sldMkLst>
          <pc:docMk/>
          <pc:sldMk cId="201943988" sldId="365"/>
        </pc:sldMkLst>
      </pc:sldChg>
      <pc:sldChg chg="addSp delSp modSp add mod">
        <pc:chgData name="Joshua Reiss" userId="71f87c30-4769-4a42-a082-a6a82298c8cb" providerId="ADAL" clId="{D788B803-6CAF-456E-9D5B-399D0D7F1309}" dt="2025-03-23T09:26:15.203" v="1445" actId="1076"/>
        <pc:sldMkLst>
          <pc:docMk/>
          <pc:sldMk cId="1978429239" sldId="366"/>
        </pc:sldMkLst>
      </pc:sldChg>
      <pc:sldChg chg="addSp delSp modSp add mod">
        <pc:chgData name="Joshua Reiss" userId="71f87c30-4769-4a42-a082-a6a82298c8cb" providerId="ADAL" clId="{D788B803-6CAF-456E-9D5B-399D0D7F1309}" dt="2025-04-02T15:03:00.425" v="2167" actId="692"/>
        <pc:sldMkLst>
          <pc:docMk/>
          <pc:sldMk cId="361188305" sldId="3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06A3B-885D-47A2-BBBF-3C17C577BFA5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1D951-C98B-42A2-8282-D55336F71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C369-C9E4-4520-BC56-88448E62B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52349-6B4C-488D-82E8-795C210AE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B1E6-828F-4F3E-AC34-57F72B63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AB28-6324-4226-A36E-54458130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829CE-6D1F-46B0-929E-FFFC0B56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74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DFDE-2A02-4852-881F-3B5B41DD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4ABC-C437-4947-A5F0-608FCA9F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213E3-F19B-446E-B43F-AF1BB97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1FB5-4915-4BF6-B0E6-73499246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D1732-BC26-4B72-A252-98BBB340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99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91FB-B9A3-482F-8FBC-4590E655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4089B-6073-428E-A790-EF055956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DA15-2BDD-4AF4-BA6D-750DB238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81FE-EDF7-4154-8325-45C59893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9DB88-078A-4423-8BA7-AC77FD9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1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6536-3BDB-4174-A20F-9A761DB8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1475-88FC-4509-A05F-6A64ACCBD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FB3A1-4FDC-40E2-8C37-87A43B022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2AA93-86A6-4927-8504-56DDF629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E3AB0-E3C1-494C-B1AD-4AA344D2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79DE5-21EF-43F4-B000-17E526EF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7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1886-43BB-4413-83B4-7807CFCE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6F641-550F-4949-86DC-3D02373B3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150EE-DD86-478E-88BA-CF92008AA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9D8D8-00E0-4C79-BD54-24BD0C44B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DE659-7815-43C6-BCCA-E1346ED89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DFD5B-CDBC-4952-ACFF-5D6F9882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FA037-5E9F-459A-B177-52BC910A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49AF8-F012-4163-9FFB-EF0401CE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08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C586-3A69-4708-9A07-B94A72CE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69554-0D2D-4D06-967C-E0BEB2AD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E7B4F-5ED1-47AF-B238-A84B1472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E4FC-8EDE-4F38-8451-7A584937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04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FCA45-62D5-4233-B3F3-BD1CE2F6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C714D9-4002-4983-AF37-D4BE3FE0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87E2D-5C67-4F2B-A26C-B394E603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2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777F-332D-4B5B-810B-5C63C950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58529-C27E-4191-97FD-36D59D9B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1BA99-EB73-49F7-995F-E29024704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F865-E293-4805-A8D2-4E3D7204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C81E1-1728-4DBC-972B-4147F320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701BE-A421-4C41-BBB7-4EC80ADE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8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5A17-30CD-4A84-B64E-6C24E104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52357-D1DE-44CC-8324-9C498B048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05E25-C97D-4CF1-83A7-2876F918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39255-7446-46FF-9DCD-64CB9914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7B610-3579-4CD1-82A3-C561709F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6EEBE-0B97-433E-AACA-6F0900AE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6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D960-DAC6-4331-A0FF-B8ADB879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CCB03-89EB-4ED3-91D2-61C67491F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910A7-EC15-4493-8B9F-26AC65E6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B288C-76E9-4876-BF75-1F9BABA3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A89EC-CC4D-4C45-9D50-42DB3704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17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59830-2398-40DA-B8C1-E466244D8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CDA4E-A5D9-4BAC-A2ED-5CAFD94B9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61D00-4B32-4CA8-812E-29589698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94240-6B49-4341-8F2D-BE59D3D0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A4876-50A8-4F44-A3C4-D5A4D171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74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8BE08-92CA-4E8E-AF4E-8DC96C92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B88EA-5F1B-4B32-BE85-E410E043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0FD3-C7BF-4C4E-B3F7-9AE57525F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5E260-054C-4638-8D97-401FEF531A6C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BBEC2-20CA-4DB5-9DB7-066F42C2A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EF48-318D-40F6-87E5-5ED3EB0FB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88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FEE0-BE9A-AB64-934E-6E06C249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2AD9-D039-B621-D097-41B845D4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638"/>
          </a:xfrm>
        </p:spPr>
        <p:txBody>
          <a:bodyPr/>
          <a:lstStyle/>
          <a:p>
            <a:r>
              <a:rPr lang="en-US" dirty="0"/>
              <a:t>Controlling pitch</a:t>
            </a:r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595A7B-E15F-7220-5923-70AC5D560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33032"/>
              </p:ext>
            </p:extLst>
          </p:nvPr>
        </p:nvGraphicFramePr>
        <p:xfrm>
          <a:off x="3310294" y="4414589"/>
          <a:ext cx="5852369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5518">
                  <a:extLst>
                    <a:ext uri="{9D8B030D-6E8A-4147-A177-3AD203B41FA5}">
                      <a16:colId xmlns:a16="http://schemas.microsoft.com/office/drawing/2014/main" val="4050174211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04342274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10714715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482378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value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41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Feedback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081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Exciter cutoff (Hz)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05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Loop cutoff (Hz)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75817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1CADBFF-43D7-D224-6FE2-634AA073C0FA}"/>
              </a:ext>
            </a:extLst>
          </p:cNvPr>
          <p:cNvSpPr/>
          <p:nvPr/>
        </p:nvSpPr>
        <p:spPr>
          <a:xfrm>
            <a:off x="3156696" y="3622521"/>
            <a:ext cx="90753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D14A9-F179-45DF-CDF9-865356B9F39B}"/>
              </a:ext>
            </a:extLst>
          </p:cNvPr>
          <p:cNvSpPr/>
          <p:nvPr/>
        </p:nvSpPr>
        <p:spPr>
          <a:xfrm>
            <a:off x="5973332" y="2393600"/>
            <a:ext cx="100797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GB" dirty="0" err="1"/>
              <a:t>ilter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70CC8-76E1-EF86-484B-F34841EE345A}"/>
              </a:ext>
            </a:extLst>
          </p:cNvPr>
          <p:cNvSpPr/>
          <p:nvPr/>
        </p:nvSpPr>
        <p:spPr>
          <a:xfrm>
            <a:off x="4417208" y="2393600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Sigmoid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A4077-3ECD-CC30-B04E-6B69D68F33B6}"/>
              </a:ext>
            </a:extLst>
          </p:cNvPr>
          <p:cNvSpPr/>
          <p:nvPr/>
        </p:nvSpPr>
        <p:spPr>
          <a:xfrm>
            <a:off x="8398995" y="3622521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07C149-A499-E475-4796-DE7842636B95}"/>
              </a:ext>
            </a:extLst>
          </p:cNvPr>
          <p:cNvCxnSpPr>
            <a:cxnSpLocks/>
            <a:stCxn id="4" idx="3"/>
            <a:endCxn id="14" idx="2"/>
          </p:cNvCxnSpPr>
          <p:nvPr/>
        </p:nvCxnSpPr>
        <p:spPr>
          <a:xfrm>
            <a:off x="4064231" y="3946521"/>
            <a:ext cx="61412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D8C432-9B3F-E00C-72F5-2B327F5462D9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5497208" y="2717600"/>
            <a:ext cx="476124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213AF5-C65A-98E9-90C5-CBAA656F1B03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894113" y="3041600"/>
            <a:ext cx="0" cy="904919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D3916D-F671-96FD-41D6-3D3DEFB45B4C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4948356" y="3041600"/>
            <a:ext cx="8852" cy="63492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50F6E1A-4CAE-F83F-295B-024424562D3A}"/>
              </a:ext>
            </a:extLst>
          </p:cNvPr>
          <p:cNvSpPr/>
          <p:nvPr/>
        </p:nvSpPr>
        <p:spPr>
          <a:xfrm>
            <a:off x="4678356" y="3676521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BF52B7-8C4E-4509-DA91-F94715837B8C}"/>
              </a:ext>
            </a:extLst>
          </p:cNvPr>
          <p:cNvCxnSpPr>
            <a:cxnSpLocks/>
            <a:stCxn id="14" idx="6"/>
            <a:endCxn id="9" idx="1"/>
          </p:cNvCxnSpPr>
          <p:nvPr/>
        </p:nvCxnSpPr>
        <p:spPr>
          <a:xfrm>
            <a:off x="5218356" y="3946521"/>
            <a:ext cx="318063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E625AEE-B08B-238C-DEF0-EB608A7A330A}"/>
              </a:ext>
            </a:extLst>
          </p:cNvPr>
          <p:cNvSpPr/>
          <p:nvPr/>
        </p:nvSpPr>
        <p:spPr>
          <a:xfrm>
            <a:off x="1411295" y="3622521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  <a:p>
            <a:pPr algn="ctr"/>
            <a:r>
              <a:rPr lang="en-GB" dirty="0"/>
              <a:t>burst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E7CD98-5C06-C51D-42E7-2930795D4865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2534035" y="3946521"/>
            <a:ext cx="62266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D6BBD98-5000-D1BB-B7C0-D6AA0332E542}"/>
              </a:ext>
            </a:extLst>
          </p:cNvPr>
          <p:cNvSpPr/>
          <p:nvPr/>
        </p:nvSpPr>
        <p:spPr>
          <a:xfrm>
            <a:off x="7446661" y="2393600"/>
            <a:ext cx="894904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BA8CB1-9BA0-BC15-EEE5-8827EB64760A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978686" y="2717600"/>
            <a:ext cx="46797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4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Controlling pitch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Reiss</dc:creator>
  <cp:lastModifiedBy>Joshua Reiss</cp:lastModifiedBy>
  <cp:revision>7</cp:revision>
  <dcterms:created xsi:type="dcterms:W3CDTF">2020-11-21T07:03:12Z</dcterms:created>
  <dcterms:modified xsi:type="dcterms:W3CDTF">2025-08-29T16:09:30Z</dcterms:modified>
</cp:coreProperties>
</file>