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BAF6ED-BE92-43CE-8AFF-17A78E8248CB}" v="3" dt="2026-03-11T16:07:53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6370" autoAdjust="0"/>
  </p:normalViewPr>
  <p:slideViewPr>
    <p:cSldViewPr snapToGrid="0">
      <p:cViewPr varScale="1">
        <p:scale>
          <a:sx n="106" d="100"/>
          <a:sy n="106" d="100"/>
        </p:scale>
        <p:origin x="14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2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71f87c30-4769-4a42-a082-a6a82298c8cb" providerId="ADAL" clId="{A0C6B147-1166-4B44-A00D-F3D77F199F8E}"/>
    <pc:docChg chg="undo redo custSel modSld">
      <pc:chgData name="Josh Reiss" userId="71f87c30-4769-4a42-a082-a6a82298c8cb" providerId="ADAL" clId="{A0C6B147-1166-4B44-A00D-F3D77F199F8E}" dt="2026-03-11T16:10:01.121" v="116" actId="14100"/>
      <pc:docMkLst>
        <pc:docMk/>
      </pc:docMkLst>
      <pc:sldChg chg="addSp delSp modSp mod">
        <pc:chgData name="Josh Reiss" userId="71f87c30-4769-4a42-a082-a6a82298c8cb" providerId="ADAL" clId="{A0C6B147-1166-4B44-A00D-F3D77F199F8E}" dt="2026-03-11T16:10:01.121" v="116" actId="14100"/>
        <pc:sldMkLst>
          <pc:docMk/>
          <pc:sldMk cId="1068395398" sldId="351"/>
        </pc:sldMkLst>
        <pc:spChg chg="add mod">
          <ac:chgData name="Josh Reiss" userId="71f87c30-4769-4a42-a082-a6a82298c8cb" providerId="ADAL" clId="{A0C6B147-1166-4B44-A00D-F3D77F199F8E}" dt="2026-03-11T16:07:40.427" v="82" actId="1038"/>
          <ac:spMkLst>
            <pc:docMk/>
            <pc:sldMk cId="1068395398" sldId="351"/>
            <ac:spMk id="3" creationId="{F8E2C474-1E52-8A35-9243-A4B8D54949C6}"/>
          </ac:spMkLst>
        </pc:spChg>
        <pc:spChg chg="mod">
          <ac:chgData name="Josh Reiss" userId="71f87c30-4769-4a42-a082-a6a82298c8cb" providerId="ADAL" clId="{A0C6B147-1166-4B44-A00D-F3D77F199F8E}" dt="2026-03-11T16:07:06.773" v="60" actId="14100"/>
          <ac:spMkLst>
            <pc:docMk/>
            <pc:sldMk cId="1068395398" sldId="351"/>
            <ac:spMk id="8" creationId="{61E249BF-AFF2-0D4A-65D5-7E7749D9131B}"/>
          </ac:spMkLst>
        </pc:spChg>
        <pc:spChg chg="del">
          <ac:chgData name="Josh Reiss" userId="71f87c30-4769-4a42-a082-a6a82298c8cb" providerId="ADAL" clId="{A0C6B147-1166-4B44-A00D-F3D77F199F8E}" dt="2026-03-11T16:05:53.453" v="19" actId="478"/>
          <ac:spMkLst>
            <pc:docMk/>
            <pc:sldMk cId="1068395398" sldId="351"/>
            <ac:spMk id="9" creationId="{35CF4F59-CBB9-A917-8E9C-1FA1FD4BCA78}"/>
          </ac:spMkLst>
        </pc:spChg>
        <pc:spChg chg="mod">
          <ac:chgData name="Josh Reiss" userId="71f87c30-4769-4a42-a082-a6a82298c8cb" providerId="ADAL" clId="{A0C6B147-1166-4B44-A00D-F3D77F199F8E}" dt="2026-03-11T16:10:01.121" v="116" actId="14100"/>
          <ac:spMkLst>
            <pc:docMk/>
            <pc:sldMk cId="1068395398" sldId="351"/>
            <ac:spMk id="10" creationId="{D6065EF3-BEF7-204F-513A-2B1A6279F3BA}"/>
          </ac:spMkLst>
        </pc:spChg>
        <pc:spChg chg="mod">
          <ac:chgData name="Josh Reiss" userId="71f87c30-4769-4a42-a082-a6a82298c8cb" providerId="ADAL" clId="{A0C6B147-1166-4B44-A00D-F3D77F199F8E}" dt="2026-03-11T16:05:24.430" v="15" actId="14100"/>
          <ac:spMkLst>
            <pc:docMk/>
            <pc:sldMk cId="1068395398" sldId="351"/>
            <ac:spMk id="11" creationId="{C6AAE93F-1C83-2CB5-0C2E-899629992753}"/>
          </ac:spMkLst>
        </pc:spChg>
        <pc:spChg chg="mod">
          <ac:chgData name="Josh Reiss" userId="71f87c30-4769-4a42-a082-a6a82298c8cb" providerId="ADAL" clId="{A0C6B147-1166-4B44-A00D-F3D77F199F8E}" dt="2026-03-11T16:08:10.147" v="97" actId="1037"/>
          <ac:spMkLst>
            <pc:docMk/>
            <pc:sldMk cId="1068395398" sldId="351"/>
            <ac:spMk id="16" creationId="{9E5054A7-E71D-74FC-A5D7-4CA6C933C5A1}"/>
          </ac:spMkLst>
        </pc:spChg>
        <pc:cxnChg chg="add mod">
          <ac:chgData name="Josh Reiss" userId="71f87c30-4769-4a42-a082-a6a82298c8cb" providerId="ADAL" clId="{A0C6B147-1166-4B44-A00D-F3D77F199F8E}" dt="2026-03-11T16:07:40.427" v="82" actId="1038"/>
          <ac:cxnSpMkLst>
            <pc:docMk/>
            <pc:sldMk cId="1068395398" sldId="351"/>
            <ac:cxnSpMk id="6" creationId="{0B07688A-61E4-2630-80CC-A655B054CB00}"/>
          </ac:cxnSpMkLst>
        </pc:cxnChg>
        <pc:cxnChg chg="mod">
          <ac:chgData name="Josh Reiss" userId="71f87c30-4769-4a42-a082-a6a82298c8cb" providerId="ADAL" clId="{A0C6B147-1166-4B44-A00D-F3D77F199F8E}" dt="2026-03-11T16:08:10.147" v="97" actId="1037"/>
          <ac:cxnSpMkLst>
            <pc:docMk/>
            <pc:sldMk cId="1068395398" sldId="351"/>
            <ac:cxnSpMk id="12" creationId="{63EA0B9F-E0EB-8818-D37F-1D5EC1ABE292}"/>
          </ac:cxnSpMkLst>
        </pc:cxnChg>
        <pc:cxnChg chg="mod">
          <ac:chgData name="Josh Reiss" userId="71f87c30-4769-4a42-a082-a6a82298c8cb" providerId="ADAL" clId="{A0C6B147-1166-4B44-A00D-F3D77F199F8E}" dt="2026-03-11T16:10:01.121" v="116" actId="14100"/>
          <ac:cxnSpMkLst>
            <pc:docMk/>
            <pc:sldMk cId="1068395398" sldId="351"/>
            <ac:cxnSpMk id="13" creationId="{851087B3-1DFB-F8AA-F6A8-382B27D913C8}"/>
          </ac:cxnSpMkLst>
        </pc:cxnChg>
        <pc:cxnChg chg="mod">
          <ac:chgData name="Josh Reiss" userId="71f87c30-4769-4a42-a082-a6a82298c8cb" providerId="ADAL" clId="{A0C6B147-1166-4B44-A00D-F3D77F199F8E}" dt="2026-03-11T16:09:08.291" v="108" actId="14100"/>
          <ac:cxnSpMkLst>
            <pc:docMk/>
            <pc:sldMk cId="1068395398" sldId="351"/>
            <ac:cxnSpMk id="14" creationId="{731EA1CD-F767-9863-5C36-B72AE30571B2}"/>
          </ac:cxnSpMkLst>
        </pc:cxnChg>
        <pc:cxnChg chg="mod">
          <ac:chgData name="Josh Reiss" userId="71f87c30-4769-4a42-a082-a6a82298c8cb" providerId="ADAL" clId="{A0C6B147-1166-4B44-A00D-F3D77F199F8E}" dt="2026-03-11T16:09:00.472" v="107" actId="14100"/>
          <ac:cxnSpMkLst>
            <pc:docMk/>
            <pc:sldMk cId="1068395398" sldId="351"/>
            <ac:cxnSpMk id="15" creationId="{27DDFB27-C24A-D139-68FE-CC4B4360B9AA}"/>
          </ac:cxnSpMkLst>
        </pc:cxnChg>
        <pc:cxnChg chg="mod">
          <ac:chgData name="Josh Reiss" userId="71f87c30-4769-4a42-a082-a6a82298c8cb" providerId="ADAL" clId="{A0C6B147-1166-4B44-A00D-F3D77F199F8E}" dt="2026-03-11T16:08:10.147" v="97" actId="1037"/>
          <ac:cxnSpMkLst>
            <pc:docMk/>
            <pc:sldMk cId="1068395398" sldId="351"/>
            <ac:cxnSpMk id="17" creationId="{4D57AE5B-136B-F08D-491B-E3545A1EF89F}"/>
          </ac:cxnSpMkLst>
        </pc:cxnChg>
        <pc:cxnChg chg="add mod">
          <ac:chgData name="Josh Reiss" userId="71f87c30-4769-4a42-a082-a6a82298c8cb" providerId="ADAL" clId="{A0C6B147-1166-4B44-A00D-F3D77F199F8E}" dt="2026-03-11T16:10:01.121" v="116" actId="14100"/>
          <ac:cxnSpMkLst>
            <pc:docMk/>
            <pc:sldMk cId="1068395398" sldId="351"/>
            <ac:cxnSpMk id="31" creationId="{6ACF50B7-ED74-C676-818E-03D341D9CC8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06A3B-885D-47A2-BBBF-3C17C577BFA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D951-C98B-42A2-8282-D55336F71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C369-C9E4-4520-BC56-88448E62B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52349-6B4C-488D-82E8-795C210AE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B1E6-828F-4F3E-AC34-57F72B63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AB28-6324-4226-A36E-54458130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829CE-6D1F-46B0-929E-FFFC0B56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74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DFDE-2A02-4852-881F-3B5B41DD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4ABC-C437-4947-A5F0-608FCA9F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213E3-F19B-446E-B43F-AF1BB97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1FB5-4915-4BF6-B0E6-73499246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1732-BC26-4B72-A252-98BBB340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9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91FB-B9A3-482F-8FBC-4590E655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089B-6073-428E-A790-EF05595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DA15-2BDD-4AF4-BA6D-750DB238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81FE-EDF7-4154-8325-45C59893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9DB88-078A-4423-8BA7-AC77FD9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1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6536-3BDB-4174-A20F-9A761DB8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1475-88FC-4509-A05F-6A64ACCBD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FB3A1-4FDC-40E2-8C37-87A43B02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2AA93-86A6-4927-8504-56DDF629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E3AB0-E3C1-494C-B1AD-4AA344D2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9DE5-21EF-43F4-B000-17E526EF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1886-43BB-4413-83B4-7807CFCE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6F641-550F-4949-86DC-3D02373B3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150EE-DD86-478E-88BA-CF92008A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9D8D8-00E0-4C79-BD54-24BD0C44B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DE659-7815-43C6-BCCA-E1346ED8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DFD5B-CDBC-4952-ACFF-5D6F988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FA037-5E9F-459A-B177-52BC910A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49AF8-F012-4163-9FFB-EF0401CE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08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C586-3A69-4708-9A07-B94A72CE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69554-0D2D-4D06-967C-E0BEB2AD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E7B4F-5ED1-47AF-B238-A84B1472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E4FC-8EDE-4F38-8451-7A584937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04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FCA45-62D5-4233-B3F3-BD1CE2F6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714D9-4002-4983-AF37-D4BE3FE0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87E2D-5C67-4F2B-A26C-B394E603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777F-332D-4B5B-810B-5C63C950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8529-C27E-4191-97FD-36D59D9B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1BA99-EB73-49F7-995F-E29024704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F865-E293-4805-A8D2-4E3D7204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81E1-1728-4DBC-972B-4147F320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701BE-A421-4C41-BBB7-4EC80ADE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8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A17-30CD-4A84-B64E-6C24E104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52357-D1DE-44CC-8324-9C498B048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05E25-C97D-4CF1-83A7-2876F918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9255-7446-46FF-9DCD-64CB9914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7B610-3579-4CD1-82A3-C561709F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6EEBE-0B97-433E-AACA-6F0900AE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6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D960-DAC6-4331-A0FF-B8ADB879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CCB03-89EB-4ED3-91D2-61C67491F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910A7-EC15-4493-8B9F-26AC65E6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B288C-76E9-4876-BF75-1F9BABA3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89EC-CC4D-4C45-9D50-42DB3704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7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59830-2398-40DA-B8C1-E466244D8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DA4E-A5D9-4BAC-A2ED-5CAFD94B9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61D00-4B32-4CA8-812E-29589698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94240-6B49-4341-8F2D-BE59D3D0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A4876-50A8-4F44-A3C4-D5A4D171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8BE08-92CA-4E8E-AF4E-8DC96C92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B88EA-5F1B-4B32-BE85-E410E043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0FD3-C7BF-4C4E-B3F7-9AE57525F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BEC2-20CA-4DB5-9DB7-066F42C2A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EF48-318D-40F6-87E5-5ED3EB0FB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88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BC96-57FE-3380-CD45-53EEF63B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Delay line with feedback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E249BF-AFF2-0D4A-65D5-7E7749D9131B}"/>
              </a:ext>
            </a:extLst>
          </p:cNvPr>
          <p:cNvSpPr/>
          <p:nvPr/>
        </p:nvSpPr>
        <p:spPr>
          <a:xfrm>
            <a:off x="2811460" y="2943040"/>
            <a:ext cx="81887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065EF3-BEF7-204F-513A-2B1A6279F3BA}"/>
              </a:ext>
            </a:extLst>
          </p:cNvPr>
          <p:cNvSpPr/>
          <p:nvPr/>
        </p:nvSpPr>
        <p:spPr>
          <a:xfrm>
            <a:off x="4951190" y="1768437"/>
            <a:ext cx="1069359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</a:t>
            </a:r>
          </a:p>
          <a:p>
            <a:pPr algn="ctr"/>
            <a:r>
              <a:rPr lang="en-GB" dirty="0"/>
              <a:t>gain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AAE93F-1C83-2CB5-0C2E-899629992753}"/>
              </a:ext>
            </a:extLst>
          </p:cNvPr>
          <p:cNvSpPr/>
          <p:nvPr/>
        </p:nvSpPr>
        <p:spPr>
          <a:xfrm>
            <a:off x="7667979" y="2943040"/>
            <a:ext cx="97265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EA0B9F-E0EB-8818-D37F-1D5EC1ABE292}"/>
              </a:ext>
            </a:extLst>
          </p:cNvPr>
          <p:cNvCxnSpPr>
            <a:cxnSpLocks/>
            <a:stCxn id="8" idx="3"/>
            <a:endCxn id="16" idx="2"/>
          </p:cNvCxnSpPr>
          <p:nvPr/>
        </p:nvCxnSpPr>
        <p:spPr>
          <a:xfrm>
            <a:off x="3630335" y="3267040"/>
            <a:ext cx="564953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1087B3-1DFB-F8AA-F6A8-382B27D913C8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6020549" y="2092437"/>
            <a:ext cx="54932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EA1CD-F767-9863-5C36-B72AE30571B2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580454" y="2092199"/>
            <a:ext cx="0" cy="850761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DDFB27-C24A-D139-68FE-CC4B4360B9A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465288" y="2092199"/>
            <a:ext cx="0" cy="90484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E5054A7-E71D-74FC-A5D7-4CA6C933C5A1}"/>
              </a:ext>
            </a:extLst>
          </p:cNvPr>
          <p:cNvSpPr/>
          <p:nvPr/>
        </p:nvSpPr>
        <p:spPr>
          <a:xfrm>
            <a:off x="4195288" y="2997040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57AE5B-136B-F08D-491B-E3545A1EF89F}"/>
              </a:ext>
            </a:extLst>
          </p:cNvPr>
          <p:cNvCxnSpPr>
            <a:cxnSpLocks/>
            <a:stCxn id="16" idx="6"/>
            <a:endCxn id="3" idx="1"/>
          </p:cNvCxnSpPr>
          <p:nvPr/>
        </p:nvCxnSpPr>
        <p:spPr>
          <a:xfrm flipV="1">
            <a:off x="4735288" y="3266960"/>
            <a:ext cx="1395216" cy="8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8EA1A3B-0E43-363B-0997-37AA57F44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00757"/>
              </p:ext>
            </p:extLst>
          </p:nvPr>
        </p:nvGraphicFramePr>
        <p:xfrm>
          <a:off x="3310294" y="4414589"/>
          <a:ext cx="5852369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5518">
                  <a:extLst>
                    <a:ext uri="{9D8B030D-6E8A-4147-A177-3AD203B41FA5}">
                      <a16:colId xmlns:a16="http://schemas.microsoft.com/office/drawing/2014/main" val="4050174211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04342274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10714715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48237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value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4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Excitation type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71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Delay length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80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Feedback gain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08180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8E2C474-1E52-8A35-9243-A4B8D54949C6}"/>
              </a:ext>
            </a:extLst>
          </p:cNvPr>
          <p:cNvSpPr/>
          <p:nvPr/>
        </p:nvSpPr>
        <p:spPr>
          <a:xfrm>
            <a:off x="6130504" y="2942960"/>
            <a:ext cx="8999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07688A-61E4-2630-80CC-A655B054CB00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7030404" y="3266960"/>
            <a:ext cx="637575" cy="8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CF50B7-ED74-C676-818E-03D341D9CC8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465288" y="2092199"/>
            <a:ext cx="485902" cy="238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395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Delay line with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Reiss</dc:creator>
  <cp:lastModifiedBy>Josh Reiss</cp:lastModifiedBy>
  <cp:revision>6</cp:revision>
  <dcterms:created xsi:type="dcterms:W3CDTF">2020-11-21T07:03:12Z</dcterms:created>
  <dcterms:modified xsi:type="dcterms:W3CDTF">2026-03-11T16:10:09Z</dcterms:modified>
</cp:coreProperties>
</file>