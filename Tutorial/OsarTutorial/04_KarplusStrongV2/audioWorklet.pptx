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99BD52-E18D-430E-B05F-F59F0BC5F161}" v="3" dt="2026-03-11T16:35:08.7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23" autoAdjust="0"/>
    <p:restoredTop sz="96370" autoAdjust="0"/>
  </p:normalViewPr>
  <p:slideViewPr>
    <p:cSldViewPr snapToGrid="0">
      <p:cViewPr varScale="1">
        <p:scale>
          <a:sx n="106" d="100"/>
          <a:sy n="106" d="100"/>
        </p:scale>
        <p:origin x="144" y="2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22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Reiss" userId="71f87c30-4769-4a42-a082-a6a82298c8cb" providerId="ADAL" clId="{A0C6B147-1166-4B44-A00D-F3D77F199F8E}"/>
    <pc:docChg chg="undo custSel modSld">
      <pc:chgData name="Josh Reiss" userId="71f87c30-4769-4a42-a082-a6a82298c8cb" providerId="ADAL" clId="{A0C6B147-1166-4B44-A00D-F3D77F199F8E}" dt="2026-03-11T16:44:09.348" v="303" actId="1035"/>
      <pc:docMkLst>
        <pc:docMk/>
      </pc:docMkLst>
      <pc:sldChg chg="addSp delSp modSp mod">
        <pc:chgData name="Josh Reiss" userId="71f87c30-4769-4a42-a082-a6a82298c8cb" providerId="ADAL" clId="{A0C6B147-1166-4B44-A00D-F3D77F199F8E}" dt="2026-03-11T16:44:09.348" v="303" actId="1035"/>
        <pc:sldMkLst>
          <pc:docMk/>
          <pc:sldMk cId="3176130722" sldId="362"/>
        </pc:sldMkLst>
        <pc:spChg chg="del">
          <ac:chgData name="Josh Reiss" userId="71f87c30-4769-4a42-a082-a6a82298c8cb" providerId="ADAL" clId="{A0C6B147-1166-4B44-A00D-F3D77F199F8E}" dt="2026-03-11T16:32:19.040" v="183" actId="478"/>
          <ac:spMkLst>
            <pc:docMk/>
            <pc:sldMk cId="3176130722" sldId="362"/>
            <ac:spMk id="3" creationId="{A9DC1AE9-8DA4-A0BD-B4EB-6D713DE8AD65}"/>
          </ac:spMkLst>
        </pc:spChg>
        <pc:spChg chg="del mod">
          <ac:chgData name="Josh Reiss" userId="71f87c30-4769-4a42-a082-a6a82298c8cb" providerId="ADAL" clId="{A0C6B147-1166-4B44-A00D-F3D77F199F8E}" dt="2026-03-11T16:43:52.355" v="293" actId="478"/>
          <ac:spMkLst>
            <pc:docMk/>
            <pc:sldMk cId="3176130722" sldId="362"/>
            <ac:spMk id="4" creationId="{3F846BC9-EFB3-98C5-1EC0-AE9D268CBFC5}"/>
          </ac:spMkLst>
        </pc:spChg>
        <pc:spChg chg="add mod">
          <ac:chgData name="Josh Reiss" userId="71f87c30-4769-4a42-a082-a6a82298c8cb" providerId="ADAL" clId="{A0C6B147-1166-4B44-A00D-F3D77F199F8E}" dt="2026-03-11T16:37:23.573" v="254" actId="1036"/>
          <ac:spMkLst>
            <pc:docMk/>
            <pc:sldMk cId="3176130722" sldId="362"/>
            <ac:spMk id="5" creationId="{70C06A64-535C-81DB-DA43-A14F8BD51314}"/>
          </ac:spMkLst>
        </pc:spChg>
        <pc:spChg chg="del mod">
          <ac:chgData name="Josh Reiss" userId="71f87c30-4769-4a42-a082-a6a82298c8cb" providerId="ADAL" clId="{A0C6B147-1166-4B44-A00D-F3D77F199F8E}" dt="2026-03-11T16:43:44.172" v="292" actId="478"/>
          <ac:spMkLst>
            <pc:docMk/>
            <pc:sldMk cId="3176130722" sldId="362"/>
            <ac:spMk id="6" creationId="{D8A29253-740B-C0CC-7814-A95752B53C97}"/>
          </ac:spMkLst>
        </pc:spChg>
        <pc:spChg chg="del mod">
          <ac:chgData name="Josh Reiss" userId="71f87c30-4769-4a42-a082-a6a82298c8cb" providerId="ADAL" clId="{A0C6B147-1166-4B44-A00D-F3D77F199F8E}" dt="2026-03-11T16:43:44.172" v="292" actId="478"/>
          <ac:spMkLst>
            <pc:docMk/>
            <pc:sldMk cId="3176130722" sldId="362"/>
            <ac:spMk id="7" creationId="{433D80D1-16F4-FC89-CCA7-62588BC5C68F}"/>
          </ac:spMkLst>
        </pc:spChg>
        <pc:spChg chg="del mod">
          <ac:chgData name="Josh Reiss" userId="71f87c30-4769-4a42-a082-a6a82298c8cb" providerId="ADAL" clId="{A0C6B147-1166-4B44-A00D-F3D77F199F8E}" dt="2026-03-11T16:43:44.172" v="292" actId="478"/>
          <ac:spMkLst>
            <pc:docMk/>
            <pc:sldMk cId="3176130722" sldId="362"/>
            <ac:spMk id="12" creationId="{52F90E31-3D83-AAB9-76EC-A3A3A0DC8D66}"/>
          </ac:spMkLst>
        </pc:spChg>
        <pc:spChg chg="del mod">
          <ac:chgData name="Josh Reiss" userId="71f87c30-4769-4a42-a082-a6a82298c8cb" providerId="ADAL" clId="{A0C6B147-1166-4B44-A00D-F3D77F199F8E}" dt="2026-03-11T16:43:52.355" v="293" actId="478"/>
          <ac:spMkLst>
            <pc:docMk/>
            <pc:sldMk cId="3176130722" sldId="362"/>
            <ac:spMk id="14" creationId="{0C7ADD34-2607-0525-4CE5-8D48E3FF3A6E}"/>
          </ac:spMkLst>
        </pc:spChg>
        <pc:spChg chg="del mod">
          <ac:chgData name="Josh Reiss" userId="71f87c30-4769-4a42-a082-a6a82298c8cb" providerId="ADAL" clId="{A0C6B147-1166-4B44-A00D-F3D77F199F8E}" dt="2026-03-11T16:43:44.172" v="292" actId="478"/>
          <ac:spMkLst>
            <pc:docMk/>
            <pc:sldMk cId="3176130722" sldId="362"/>
            <ac:spMk id="16" creationId="{7A014B07-D770-F62D-52B0-0A233060167C}"/>
          </ac:spMkLst>
        </pc:spChg>
        <pc:spChg chg="add mod">
          <ac:chgData name="Josh Reiss" userId="71f87c30-4769-4a42-a082-a6a82298c8cb" providerId="ADAL" clId="{A0C6B147-1166-4B44-A00D-F3D77F199F8E}" dt="2026-03-11T16:37:23.573" v="254" actId="1036"/>
          <ac:spMkLst>
            <pc:docMk/>
            <pc:sldMk cId="3176130722" sldId="362"/>
            <ac:spMk id="17" creationId="{07A51429-21DD-6527-D786-A6BEF96EB071}"/>
          </ac:spMkLst>
        </pc:spChg>
        <pc:spChg chg="add mod">
          <ac:chgData name="Josh Reiss" userId="71f87c30-4769-4a42-a082-a6a82298c8cb" providerId="ADAL" clId="{A0C6B147-1166-4B44-A00D-F3D77F199F8E}" dt="2026-03-11T16:37:23.573" v="254" actId="1036"/>
          <ac:spMkLst>
            <pc:docMk/>
            <pc:sldMk cId="3176130722" sldId="362"/>
            <ac:spMk id="18" creationId="{8F98C744-E435-8A88-D120-E83A2AB68262}"/>
          </ac:spMkLst>
        </pc:spChg>
        <pc:spChg chg="del mod">
          <ac:chgData name="Josh Reiss" userId="71f87c30-4769-4a42-a082-a6a82298c8cb" providerId="ADAL" clId="{A0C6B147-1166-4B44-A00D-F3D77F199F8E}" dt="2026-03-11T16:43:52.355" v="293" actId="478"/>
          <ac:spMkLst>
            <pc:docMk/>
            <pc:sldMk cId="3176130722" sldId="362"/>
            <ac:spMk id="20" creationId="{C81B9FC7-1020-C2CA-6424-B66FD5C36364}"/>
          </ac:spMkLst>
        </pc:spChg>
        <pc:spChg chg="del mod">
          <ac:chgData name="Josh Reiss" userId="71f87c30-4769-4a42-a082-a6a82298c8cb" providerId="ADAL" clId="{A0C6B147-1166-4B44-A00D-F3D77F199F8E}" dt="2026-03-11T16:43:44.172" v="292" actId="478"/>
          <ac:spMkLst>
            <pc:docMk/>
            <pc:sldMk cId="3176130722" sldId="362"/>
            <ac:spMk id="21" creationId="{02AEF672-FD85-2390-0514-6C60008062CC}"/>
          </ac:spMkLst>
        </pc:spChg>
        <pc:spChg chg="del mod">
          <ac:chgData name="Josh Reiss" userId="71f87c30-4769-4a42-a082-a6a82298c8cb" providerId="ADAL" clId="{A0C6B147-1166-4B44-A00D-F3D77F199F8E}" dt="2026-03-11T16:43:44.172" v="292" actId="478"/>
          <ac:spMkLst>
            <pc:docMk/>
            <pc:sldMk cId="3176130722" sldId="362"/>
            <ac:spMk id="22" creationId="{4D5F2028-8EAF-7477-3891-F280EE312EED}"/>
          </ac:spMkLst>
        </pc:spChg>
        <pc:spChg chg="add mod">
          <ac:chgData name="Josh Reiss" userId="71f87c30-4769-4a42-a082-a6a82298c8cb" providerId="ADAL" clId="{A0C6B147-1166-4B44-A00D-F3D77F199F8E}" dt="2026-03-11T16:37:23.573" v="254" actId="1036"/>
          <ac:spMkLst>
            <pc:docMk/>
            <pc:sldMk cId="3176130722" sldId="362"/>
            <ac:spMk id="27" creationId="{8F04EF52-523D-08EA-E57F-EE00EAF097DB}"/>
          </ac:spMkLst>
        </pc:spChg>
        <pc:spChg chg="del mod">
          <ac:chgData name="Josh Reiss" userId="71f87c30-4769-4a42-a082-a6a82298c8cb" providerId="ADAL" clId="{A0C6B147-1166-4B44-A00D-F3D77F199F8E}" dt="2026-03-11T16:43:52.355" v="293" actId="478"/>
          <ac:spMkLst>
            <pc:docMk/>
            <pc:sldMk cId="3176130722" sldId="362"/>
            <ac:spMk id="29" creationId="{8EC90D21-11C0-502E-32CF-9C0032B39F3B}"/>
          </ac:spMkLst>
        </pc:spChg>
        <pc:spChg chg="add mod">
          <ac:chgData name="Josh Reiss" userId="71f87c30-4769-4a42-a082-a6a82298c8cb" providerId="ADAL" clId="{A0C6B147-1166-4B44-A00D-F3D77F199F8E}" dt="2026-03-11T16:37:23.573" v="254" actId="1036"/>
          <ac:spMkLst>
            <pc:docMk/>
            <pc:sldMk cId="3176130722" sldId="362"/>
            <ac:spMk id="32" creationId="{6D2F7852-878B-19B4-8961-B4D5DC69C117}"/>
          </ac:spMkLst>
        </pc:spChg>
        <pc:spChg chg="add del mod">
          <ac:chgData name="Josh Reiss" userId="71f87c30-4769-4a42-a082-a6a82298c8cb" providerId="ADAL" clId="{A0C6B147-1166-4B44-A00D-F3D77F199F8E}" dt="2026-03-11T16:44:09.348" v="303" actId="1035"/>
          <ac:spMkLst>
            <pc:docMk/>
            <pc:sldMk cId="3176130722" sldId="362"/>
            <ac:spMk id="35" creationId="{2EF6D3CA-5FF5-D495-5D1C-8E347075C9CB}"/>
          </ac:spMkLst>
        </pc:spChg>
        <pc:spChg chg="add del mod">
          <ac:chgData name="Josh Reiss" userId="71f87c30-4769-4a42-a082-a6a82298c8cb" providerId="ADAL" clId="{A0C6B147-1166-4B44-A00D-F3D77F199F8E}" dt="2026-03-11T16:30:04.373" v="139" actId="478"/>
          <ac:spMkLst>
            <pc:docMk/>
            <pc:sldMk cId="3176130722" sldId="362"/>
            <ac:spMk id="36" creationId="{E4DDB069-7A65-516F-FDE3-3186BD2E5185}"/>
          </ac:spMkLst>
        </pc:spChg>
        <pc:spChg chg="add mod">
          <ac:chgData name="Josh Reiss" userId="71f87c30-4769-4a42-a082-a6a82298c8cb" providerId="ADAL" clId="{A0C6B147-1166-4B44-A00D-F3D77F199F8E}" dt="2026-03-11T16:44:09.348" v="303" actId="1035"/>
          <ac:spMkLst>
            <pc:docMk/>
            <pc:sldMk cId="3176130722" sldId="362"/>
            <ac:spMk id="37" creationId="{5F7E456B-CB93-A977-19F9-11D9EDA80D6F}"/>
          </ac:spMkLst>
        </pc:spChg>
        <pc:spChg chg="add del mod">
          <ac:chgData name="Josh Reiss" userId="71f87c30-4769-4a42-a082-a6a82298c8cb" providerId="ADAL" clId="{A0C6B147-1166-4B44-A00D-F3D77F199F8E}" dt="2026-03-11T16:29:07.558" v="100" actId="478"/>
          <ac:spMkLst>
            <pc:docMk/>
            <pc:sldMk cId="3176130722" sldId="362"/>
            <ac:spMk id="42" creationId="{15E8D877-C24B-42A3-D37D-E62382563824}"/>
          </ac:spMkLst>
        </pc:spChg>
        <pc:spChg chg="add mod">
          <ac:chgData name="Josh Reiss" userId="71f87c30-4769-4a42-a082-a6a82298c8cb" providerId="ADAL" clId="{A0C6B147-1166-4B44-A00D-F3D77F199F8E}" dt="2026-03-11T16:44:09.348" v="303" actId="1035"/>
          <ac:spMkLst>
            <pc:docMk/>
            <pc:sldMk cId="3176130722" sldId="362"/>
            <ac:spMk id="44" creationId="{5773FF25-9EB6-3A51-CED1-AF63D85A4777}"/>
          </ac:spMkLst>
        </pc:spChg>
        <pc:spChg chg="add del mod">
          <ac:chgData name="Josh Reiss" userId="71f87c30-4769-4a42-a082-a6a82298c8cb" providerId="ADAL" clId="{A0C6B147-1166-4B44-A00D-F3D77F199F8E}" dt="2026-03-11T16:36:52.062" v="232" actId="478"/>
          <ac:spMkLst>
            <pc:docMk/>
            <pc:sldMk cId="3176130722" sldId="362"/>
            <ac:spMk id="62" creationId="{A5AF7C29-8A85-432F-D9A8-A9DF165ED48A}"/>
          </ac:spMkLst>
        </pc:spChg>
        <pc:spChg chg="add mod">
          <ac:chgData name="Josh Reiss" userId="71f87c30-4769-4a42-a082-a6a82298c8cb" providerId="ADAL" clId="{A0C6B147-1166-4B44-A00D-F3D77F199F8E}" dt="2026-03-11T16:43:18.130" v="274" actId="692"/>
          <ac:spMkLst>
            <pc:docMk/>
            <pc:sldMk cId="3176130722" sldId="362"/>
            <ac:spMk id="64" creationId="{8A1EDE7D-7A8E-E572-6B07-6181CEEA4F86}"/>
          </ac:spMkLst>
        </pc:spChg>
        <pc:cxnChg chg="del mod">
          <ac:chgData name="Josh Reiss" userId="71f87c30-4769-4a42-a082-a6a82298c8cb" providerId="ADAL" clId="{A0C6B147-1166-4B44-A00D-F3D77F199F8E}" dt="2026-03-11T16:43:44.172" v="292" actId="478"/>
          <ac:cxnSpMkLst>
            <pc:docMk/>
            <pc:sldMk cId="3176130722" sldId="362"/>
            <ac:cxnSpMk id="9" creationId="{FFC36A61-7079-C397-7022-FA7FDD56CA6E}"/>
          </ac:cxnSpMkLst>
        </pc:cxnChg>
        <pc:cxnChg chg="del mod">
          <ac:chgData name="Josh Reiss" userId="71f87c30-4769-4a42-a082-a6a82298c8cb" providerId="ADAL" clId="{A0C6B147-1166-4B44-A00D-F3D77F199F8E}" dt="2026-03-11T16:43:44.172" v="292" actId="478"/>
          <ac:cxnSpMkLst>
            <pc:docMk/>
            <pc:sldMk cId="3176130722" sldId="362"/>
            <ac:cxnSpMk id="10" creationId="{BD85C650-5466-D425-6E33-6824E7A3F418}"/>
          </ac:cxnSpMkLst>
        </pc:cxnChg>
        <pc:cxnChg chg="del mod">
          <ac:chgData name="Josh Reiss" userId="71f87c30-4769-4a42-a082-a6a82298c8cb" providerId="ADAL" clId="{A0C6B147-1166-4B44-A00D-F3D77F199F8E}" dt="2026-03-11T16:43:44.172" v="292" actId="478"/>
          <ac:cxnSpMkLst>
            <pc:docMk/>
            <pc:sldMk cId="3176130722" sldId="362"/>
            <ac:cxnSpMk id="11" creationId="{5E4D74EE-2E17-24D1-6C1E-6657C11EC8D6}"/>
          </ac:cxnSpMkLst>
        </pc:cxnChg>
        <pc:cxnChg chg="del mod">
          <ac:chgData name="Josh Reiss" userId="71f87c30-4769-4a42-a082-a6a82298c8cb" providerId="ADAL" clId="{A0C6B147-1166-4B44-A00D-F3D77F199F8E}" dt="2026-03-11T16:43:44.172" v="292" actId="478"/>
          <ac:cxnSpMkLst>
            <pc:docMk/>
            <pc:sldMk cId="3176130722" sldId="362"/>
            <ac:cxnSpMk id="13" creationId="{6456C4B5-9423-DB9C-C80B-1725F63772E3}"/>
          </ac:cxnSpMkLst>
        </pc:cxnChg>
        <pc:cxnChg chg="del mod">
          <ac:chgData name="Josh Reiss" userId="71f87c30-4769-4a42-a082-a6a82298c8cb" providerId="ADAL" clId="{A0C6B147-1166-4B44-A00D-F3D77F199F8E}" dt="2026-03-11T16:43:52.355" v="293" actId="478"/>
          <ac:cxnSpMkLst>
            <pc:docMk/>
            <pc:sldMk cId="3176130722" sldId="362"/>
            <ac:cxnSpMk id="15" creationId="{463F40BF-487C-70FE-4BB1-6A7705371D21}"/>
          </ac:cxnSpMkLst>
        </pc:cxnChg>
        <pc:cxnChg chg="add mod">
          <ac:chgData name="Josh Reiss" userId="71f87c30-4769-4a42-a082-a6a82298c8cb" providerId="ADAL" clId="{A0C6B147-1166-4B44-A00D-F3D77F199F8E}" dt="2026-03-11T16:37:23.573" v="254" actId="1036"/>
          <ac:cxnSpMkLst>
            <pc:docMk/>
            <pc:sldMk cId="3176130722" sldId="362"/>
            <ac:cxnSpMk id="19" creationId="{A8881661-0E5C-F923-1D2B-ED8A416807BD}"/>
          </ac:cxnSpMkLst>
        </pc:cxnChg>
        <pc:cxnChg chg="add mod">
          <ac:chgData name="Josh Reiss" userId="71f87c30-4769-4a42-a082-a6a82298c8cb" providerId="ADAL" clId="{A0C6B147-1166-4B44-A00D-F3D77F199F8E}" dt="2026-03-11T16:37:23.573" v="254" actId="1036"/>
          <ac:cxnSpMkLst>
            <pc:docMk/>
            <pc:sldMk cId="3176130722" sldId="362"/>
            <ac:cxnSpMk id="24" creationId="{8FCDFAD5-0D34-E4F5-4E38-E7D4F458DF60}"/>
          </ac:cxnSpMkLst>
        </pc:cxnChg>
        <pc:cxnChg chg="mod">
          <ac:chgData name="Josh Reiss" userId="71f87c30-4769-4a42-a082-a6a82298c8cb" providerId="ADAL" clId="{A0C6B147-1166-4B44-A00D-F3D77F199F8E}" dt="2026-03-11T16:33:07.543" v="201" actId="14100"/>
          <ac:cxnSpMkLst>
            <pc:docMk/>
            <pc:sldMk cId="3176130722" sldId="362"/>
            <ac:cxnSpMk id="25" creationId="{C94A2F26-51F0-59EA-099F-D477BD316515}"/>
          </ac:cxnSpMkLst>
        </pc:cxnChg>
        <pc:cxnChg chg="add mod">
          <ac:chgData name="Josh Reiss" userId="71f87c30-4769-4a42-a082-a6a82298c8cb" providerId="ADAL" clId="{A0C6B147-1166-4B44-A00D-F3D77F199F8E}" dt="2026-03-11T16:37:23.573" v="254" actId="1036"/>
          <ac:cxnSpMkLst>
            <pc:docMk/>
            <pc:sldMk cId="3176130722" sldId="362"/>
            <ac:cxnSpMk id="26" creationId="{EAC9BD97-28B4-0B64-5022-61C07A503838}"/>
          </ac:cxnSpMkLst>
        </pc:cxnChg>
        <pc:cxnChg chg="del mod">
          <ac:chgData name="Josh Reiss" userId="71f87c30-4769-4a42-a082-a6a82298c8cb" providerId="ADAL" clId="{A0C6B147-1166-4B44-A00D-F3D77F199F8E}" dt="2026-03-11T16:43:52.355" v="293" actId="478"/>
          <ac:cxnSpMkLst>
            <pc:docMk/>
            <pc:sldMk cId="3176130722" sldId="362"/>
            <ac:cxnSpMk id="30" creationId="{F5D85A68-1897-CC45-3E7F-9B830179919A}"/>
          </ac:cxnSpMkLst>
        </pc:cxnChg>
        <pc:cxnChg chg="add mod">
          <ac:chgData name="Josh Reiss" userId="71f87c30-4769-4a42-a082-a6a82298c8cb" providerId="ADAL" clId="{A0C6B147-1166-4B44-A00D-F3D77F199F8E}" dt="2026-03-11T16:37:23.573" v="254" actId="1036"/>
          <ac:cxnSpMkLst>
            <pc:docMk/>
            <pc:sldMk cId="3176130722" sldId="362"/>
            <ac:cxnSpMk id="31" creationId="{D21602EB-024D-02F8-40EE-6BC4E78D5166}"/>
          </ac:cxnSpMkLst>
        </pc:cxnChg>
        <pc:cxnChg chg="mod">
          <ac:chgData name="Josh Reiss" userId="71f87c30-4769-4a42-a082-a6a82298c8cb" providerId="ADAL" clId="{A0C6B147-1166-4B44-A00D-F3D77F199F8E}" dt="2026-03-11T16:32:55.014" v="198" actId="14100"/>
          <ac:cxnSpMkLst>
            <pc:docMk/>
            <pc:sldMk cId="3176130722" sldId="362"/>
            <ac:cxnSpMk id="33" creationId="{EEB139E3-A8FD-E68A-9DDE-E16593B1D24B}"/>
          </ac:cxnSpMkLst>
        </pc:cxnChg>
        <pc:cxnChg chg="add mod">
          <ac:chgData name="Josh Reiss" userId="71f87c30-4769-4a42-a082-a6a82298c8cb" providerId="ADAL" clId="{A0C6B147-1166-4B44-A00D-F3D77F199F8E}" dt="2026-03-11T16:37:23.573" v="254" actId="1036"/>
          <ac:cxnSpMkLst>
            <pc:docMk/>
            <pc:sldMk cId="3176130722" sldId="362"/>
            <ac:cxnSpMk id="34" creationId="{ABF67D9D-04C6-28AB-2ED1-4FC49972C830}"/>
          </ac:cxnSpMkLst>
        </pc:cxnChg>
        <pc:cxnChg chg="add del mod">
          <ac:chgData name="Josh Reiss" userId="71f87c30-4769-4a42-a082-a6a82298c8cb" providerId="ADAL" clId="{A0C6B147-1166-4B44-A00D-F3D77F199F8E}" dt="2026-03-11T16:29:07.558" v="100" actId="478"/>
          <ac:cxnSpMkLst>
            <pc:docMk/>
            <pc:sldMk cId="3176130722" sldId="362"/>
            <ac:cxnSpMk id="38" creationId="{6E93F287-DFF6-8F7A-FD2D-4DD94609B7CE}"/>
          </ac:cxnSpMkLst>
        </pc:cxnChg>
        <pc:cxnChg chg="add del mod">
          <ac:chgData name="Josh Reiss" userId="71f87c30-4769-4a42-a082-a6a82298c8cb" providerId="ADAL" clId="{A0C6B147-1166-4B44-A00D-F3D77F199F8E}" dt="2026-03-11T16:30:04.373" v="139" actId="478"/>
          <ac:cxnSpMkLst>
            <pc:docMk/>
            <pc:sldMk cId="3176130722" sldId="362"/>
            <ac:cxnSpMk id="39" creationId="{F3C80B97-75F8-6D34-FC19-45F714476755}"/>
          </ac:cxnSpMkLst>
        </pc:cxnChg>
        <pc:cxnChg chg="del mod">
          <ac:chgData name="Josh Reiss" userId="71f87c30-4769-4a42-a082-a6a82298c8cb" providerId="ADAL" clId="{A0C6B147-1166-4B44-A00D-F3D77F199F8E}" dt="2026-03-11T16:30:04.373" v="139" actId="478"/>
          <ac:cxnSpMkLst>
            <pc:docMk/>
            <pc:sldMk cId="3176130722" sldId="362"/>
            <ac:cxnSpMk id="40" creationId="{518DAC87-C45C-01A2-289D-1D515087F2C9}"/>
          </ac:cxnSpMkLst>
        </pc:cxnChg>
        <pc:cxnChg chg="add del mod">
          <ac:chgData name="Josh Reiss" userId="71f87c30-4769-4a42-a082-a6a82298c8cb" providerId="ADAL" clId="{A0C6B147-1166-4B44-A00D-F3D77F199F8E}" dt="2026-03-11T16:30:04.373" v="139" actId="478"/>
          <ac:cxnSpMkLst>
            <pc:docMk/>
            <pc:sldMk cId="3176130722" sldId="362"/>
            <ac:cxnSpMk id="41" creationId="{94566F7C-3EB8-BE85-A43B-7181FEC71D55}"/>
          </ac:cxnSpMkLst>
        </pc:cxnChg>
        <pc:cxnChg chg="add mod">
          <ac:chgData name="Josh Reiss" userId="71f87c30-4769-4a42-a082-a6a82298c8cb" providerId="ADAL" clId="{A0C6B147-1166-4B44-A00D-F3D77F199F8E}" dt="2026-03-11T16:44:09.348" v="303" actId="1035"/>
          <ac:cxnSpMkLst>
            <pc:docMk/>
            <pc:sldMk cId="3176130722" sldId="362"/>
            <ac:cxnSpMk id="43" creationId="{8B6B6AE0-E2E5-7962-DCFC-4DC0491D80B3}"/>
          </ac:cxnSpMkLst>
        </pc:cxnChg>
        <pc:cxnChg chg="mod">
          <ac:chgData name="Josh Reiss" userId="71f87c30-4769-4a42-a082-a6a82298c8cb" providerId="ADAL" clId="{A0C6B147-1166-4B44-A00D-F3D77F199F8E}" dt="2026-03-11T16:44:09.348" v="303" actId="1035"/>
          <ac:cxnSpMkLst>
            <pc:docMk/>
            <pc:sldMk cId="3176130722" sldId="362"/>
            <ac:cxnSpMk id="45" creationId="{2639E5D2-0BFB-8459-75EC-5CE70A0AA8DB}"/>
          </ac:cxnSpMkLst>
        </pc:cxnChg>
        <pc:cxnChg chg="add del mod">
          <ac:chgData name="Josh Reiss" userId="71f87c30-4769-4a42-a082-a6a82298c8cb" providerId="ADAL" clId="{A0C6B147-1166-4B44-A00D-F3D77F199F8E}" dt="2026-03-11T16:30:04.373" v="139" actId="478"/>
          <ac:cxnSpMkLst>
            <pc:docMk/>
            <pc:sldMk cId="3176130722" sldId="362"/>
            <ac:cxnSpMk id="46" creationId="{337BED8F-EC71-C17D-287F-C41AE339227E}"/>
          </ac:cxnSpMkLst>
        </pc:cxnChg>
        <pc:cxnChg chg="add mod">
          <ac:chgData name="Josh Reiss" userId="71f87c30-4769-4a42-a082-a6a82298c8cb" providerId="ADAL" clId="{A0C6B147-1166-4B44-A00D-F3D77F199F8E}" dt="2026-03-11T16:44:04.607" v="295" actId="14100"/>
          <ac:cxnSpMkLst>
            <pc:docMk/>
            <pc:sldMk cId="3176130722" sldId="362"/>
            <ac:cxnSpMk id="63" creationId="{FA46E9D4-D0DB-778C-7EB3-B8F021EE728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06A3B-885D-47A2-BBBF-3C17C577BFA5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1D951-C98B-42A2-8282-D55336F71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9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CC369-C9E4-4520-BC56-88448E62B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52349-6B4C-488D-82E8-795C210AE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9B1E6-828F-4F3E-AC34-57F72B636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FAB28-6324-4226-A36E-544581309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829CE-6D1F-46B0-929E-FFFC0B562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740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DFDE-2A02-4852-881F-3B5B41DD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D4ABC-C437-4947-A5F0-608FCA9F7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213E3-F19B-446E-B43F-AF1BB97E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41FB5-4915-4BF6-B0E6-73499246B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D1732-BC26-4B72-A252-98BBB340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99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91FB-B9A3-482F-8FBC-4590E655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4089B-6073-428E-A790-EF055956B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2DA15-2BDD-4AF4-BA6D-750DB238E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A81FE-EDF7-4154-8325-45C59893E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9DB88-078A-4423-8BA7-AC77FD9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13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96536-3BDB-4174-A20F-9A761DB88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21475-88FC-4509-A05F-6A64ACCBD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FB3A1-4FDC-40E2-8C37-87A43B022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2AA93-86A6-4927-8504-56DDF629D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E3AB0-E3C1-494C-B1AD-4AA344D2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79DE5-21EF-43F4-B000-17E526EF9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77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1886-43BB-4413-83B4-7807CFCE0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6F641-550F-4949-86DC-3D02373B3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E150EE-DD86-478E-88BA-CF92008AA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9D8D8-00E0-4C79-BD54-24BD0C44B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2DE659-7815-43C6-BCCA-E1346ED898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ADFD5B-CDBC-4952-ACFF-5D6F9882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FFA037-5E9F-459A-B177-52BC910AF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49AF8-F012-4163-9FFB-EF0401CE8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084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6C586-3A69-4708-9A07-B94A72CE3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C69554-0D2D-4D06-967C-E0BEB2ADA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E7B4F-5ED1-47AF-B238-A84B1472F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FE4FC-8EDE-4F38-8451-7A584937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0049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FFCA45-62D5-4233-B3F3-BD1CE2F60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C714D9-4002-4983-AF37-D4BE3FE0A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87E2D-5C67-4F2B-A26C-B394E603A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26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777F-332D-4B5B-810B-5C63C9509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58529-C27E-4191-97FD-36D59D9B4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1BA99-EB73-49F7-995F-E29024704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6F865-E293-4805-A8D2-4E3D72046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C81E1-1728-4DBC-972B-4147F320A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701BE-A421-4C41-BBB7-4EC80ADEF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787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5A17-30CD-4A84-B64E-6C24E1048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52357-D1DE-44CC-8324-9C498B048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05E25-C97D-4CF1-83A7-2876F918A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939255-7446-46FF-9DCD-64CB99143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7B610-3579-4CD1-82A3-C561709F5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6EEBE-0B97-433E-AACA-6F0900AE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768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D960-DAC6-4331-A0FF-B8ADB879C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CCB03-89EB-4ED3-91D2-61C67491F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910A7-EC15-4493-8B9F-26AC65E65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B288C-76E9-4876-BF75-1F9BABA3C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A89EC-CC4D-4C45-9D50-42DB3704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177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359830-2398-40DA-B8C1-E466244D8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CDA4E-A5D9-4BAC-A2ED-5CAFD94B9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61D00-4B32-4CA8-812E-295896987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94240-6B49-4341-8F2D-BE59D3D0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A4876-50A8-4F44-A3C4-D5A4D171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74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8BE08-92CA-4E8E-AF4E-8DC96C924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B88EA-5F1B-4B32-BE85-E410E0434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C0FD3-C7BF-4C4E-B3F7-9AE57525F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5E260-054C-4638-8D97-401FEF531A6C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BBEC2-20CA-4DB5-9DB7-066F42C2A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DEF48-318D-40F6-87E5-5ED3EB0FB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25D99-84F7-4196-A481-95D96E6D195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889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0F262-7A2E-CB27-890C-B4B2B2483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audio worklet for feedback delay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C06A64-535C-81DB-DA43-A14F8BD51314}"/>
              </a:ext>
            </a:extLst>
          </p:cNvPr>
          <p:cNvSpPr/>
          <p:nvPr/>
        </p:nvSpPr>
        <p:spPr>
          <a:xfrm>
            <a:off x="3318976" y="3065054"/>
            <a:ext cx="818875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7A51429-21DD-6527-D786-A6BEF96EB071}"/>
              </a:ext>
            </a:extLst>
          </p:cNvPr>
          <p:cNvSpPr/>
          <p:nvPr/>
        </p:nvSpPr>
        <p:spPr>
          <a:xfrm>
            <a:off x="5295752" y="1899504"/>
            <a:ext cx="1069359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Feedback</a:t>
            </a:r>
          </a:p>
          <a:p>
            <a:pPr algn="ctr"/>
            <a:r>
              <a:rPr lang="en-GB" dirty="0"/>
              <a:t>gain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98C744-E435-8A88-D120-E83A2AB68262}"/>
              </a:ext>
            </a:extLst>
          </p:cNvPr>
          <p:cNvSpPr/>
          <p:nvPr/>
        </p:nvSpPr>
        <p:spPr>
          <a:xfrm>
            <a:off x="7912958" y="3065054"/>
            <a:ext cx="972655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8881661-0E5C-F923-1D2B-ED8A416807BD}"/>
              </a:ext>
            </a:extLst>
          </p:cNvPr>
          <p:cNvCxnSpPr>
            <a:cxnSpLocks/>
            <a:stCxn id="5" idx="3"/>
            <a:endCxn id="27" idx="2"/>
          </p:cNvCxnSpPr>
          <p:nvPr/>
        </p:nvCxnSpPr>
        <p:spPr>
          <a:xfrm>
            <a:off x="4137851" y="3389054"/>
            <a:ext cx="519688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CDFAD5-0D34-E4F5-4E38-E7D4F458DF60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6365111" y="2223504"/>
            <a:ext cx="486547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94A2F26-51F0-59EA-099F-D477BD316515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6851658" y="2214213"/>
            <a:ext cx="1" cy="850761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AC9BD97-28B4-0B64-5022-61C07A503838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4927539" y="2214213"/>
            <a:ext cx="0" cy="904841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8F04EF52-523D-08EA-E57F-EE00EAF097DB}"/>
              </a:ext>
            </a:extLst>
          </p:cNvPr>
          <p:cNvSpPr/>
          <p:nvPr/>
        </p:nvSpPr>
        <p:spPr>
          <a:xfrm>
            <a:off x="4657539" y="3119054"/>
            <a:ext cx="540000" cy="540000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21602EB-024D-02F8-40EE-6BC4E78D5166}"/>
              </a:ext>
            </a:extLst>
          </p:cNvPr>
          <p:cNvCxnSpPr>
            <a:cxnSpLocks/>
            <a:stCxn id="27" idx="6"/>
            <a:endCxn id="32" idx="1"/>
          </p:cNvCxnSpPr>
          <p:nvPr/>
        </p:nvCxnSpPr>
        <p:spPr>
          <a:xfrm flipV="1">
            <a:off x="5197539" y="3388974"/>
            <a:ext cx="1241315" cy="8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D2F7852-878B-19B4-8961-B4D5DC69C117}"/>
              </a:ext>
            </a:extLst>
          </p:cNvPr>
          <p:cNvSpPr/>
          <p:nvPr/>
        </p:nvSpPr>
        <p:spPr>
          <a:xfrm>
            <a:off x="6438854" y="3064974"/>
            <a:ext cx="825608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Delay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EB139E3-A8FD-E68A-9DDE-E16593B1D24B}"/>
              </a:ext>
            </a:extLst>
          </p:cNvPr>
          <p:cNvCxnSpPr>
            <a:cxnSpLocks/>
            <a:stCxn id="32" idx="3"/>
            <a:endCxn id="18" idx="1"/>
          </p:cNvCxnSpPr>
          <p:nvPr/>
        </p:nvCxnSpPr>
        <p:spPr>
          <a:xfrm>
            <a:off x="7264462" y="3388974"/>
            <a:ext cx="648496" cy="8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BF67D9D-04C6-28AB-2ED1-4FC49972C830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4907756" y="2223504"/>
            <a:ext cx="387996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EF6D3CA-5FF5-D495-5D1C-8E347075C9CB}"/>
              </a:ext>
            </a:extLst>
          </p:cNvPr>
          <p:cNvSpPr/>
          <p:nvPr/>
        </p:nvSpPr>
        <p:spPr>
          <a:xfrm>
            <a:off x="3318976" y="4814757"/>
            <a:ext cx="818875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Input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7E456B-CB93-A977-19F9-11D9EDA80D6F}"/>
              </a:ext>
            </a:extLst>
          </p:cNvPr>
          <p:cNvSpPr/>
          <p:nvPr/>
        </p:nvSpPr>
        <p:spPr>
          <a:xfrm>
            <a:off x="7912958" y="4814757"/>
            <a:ext cx="972655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B6B6AE0-E2E5-7962-DCFC-4DC0491D80B3}"/>
              </a:ext>
            </a:extLst>
          </p:cNvPr>
          <p:cNvCxnSpPr>
            <a:cxnSpLocks/>
            <a:stCxn id="35" idx="3"/>
            <a:endCxn id="44" idx="1"/>
          </p:cNvCxnSpPr>
          <p:nvPr/>
        </p:nvCxnSpPr>
        <p:spPr>
          <a:xfrm flipV="1">
            <a:off x="4137851" y="5138677"/>
            <a:ext cx="1272927" cy="8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5773FF25-9EB6-3A51-CED1-AF63D85A4777}"/>
              </a:ext>
            </a:extLst>
          </p:cNvPr>
          <p:cNvSpPr/>
          <p:nvPr/>
        </p:nvSpPr>
        <p:spPr>
          <a:xfrm>
            <a:off x="5410778" y="4814677"/>
            <a:ext cx="1069359" cy="648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Feedback delay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639E5D2-0BFB-8459-75EC-5CE70A0AA8DB}"/>
              </a:ext>
            </a:extLst>
          </p:cNvPr>
          <p:cNvCxnSpPr>
            <a:cxnSpLocks/>
            <a:stCxn id="44" idx="3"/>
            <a:endCxn id="37" idx="1"/>
          </p:cNvCxnSpPr>
          <p:nvPr/>
        </p:nvCxnSpPr>
        <p:spPr>
          <a:xfrm>
            <a:off x="6480137" y="5138677"/>
            <a:ext cx="1432821" cy="8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A46E9D4-D0DB-778C-7EB3-B8F021EE7286}"/>
              </a:ext>
            </a:extLst>
          </p:cNvPr>
          <p:cNvCxnSpPr>
            <a:cxnSpLocks/>
          </p:cNvCxnSpPr>
          <p:nvPr/>
        </p:nvCxnSpPr>
        <p:spPr>
          <a:xfrm>
            <a:off x="5928105" y="3901254"/>
            <a:ext cx="0" cy="779388"/>
          </a:xfrm>
          <a:prstGeom prst="straightConnector1">
            <a:avLst/>
          </a:prstGeom>
          <a:ln w="139700" cmpd="dbl">
            <a:solidFill>
              <a:srgbClr val="C00000"/>
            </a:solidFill>
            <a:round/>
            <a:headEnd w="sm" len="lg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8A1EDE7D-7A8E-E572-6B07-6181CEEA4F86}"/>
              </a:ext>
            </a:extLst>
          </p:cNvPr>
          <p:cNvSpPr/>
          <p:nvPr/>
        </p:nvSpPr>
        <p:spPr>
          <a:xfrm>
            <a:off x="4538714" y="1825995"/>
            <a:ext cx="2794585" cy="2074218"/>
          </a:xfrm>
          <a:prstGeom prst="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6130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Use audio worklet for feedback delay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Joshua Reiss</dc:creator>
  <cp:lastModifiedBy>Josh Reiss</cp:lastModifiedBy>
  <cp:revision>4</cp:revision>
  <dcterms:created xsi:type="dcterms:W3CDTF">2020-11-21T07:03:12Z</dcterms:created>
  <dcterms:modified xsi:type="dcterms:W3CDTF">2026-03-11T16:44:11Z</dcterms:modified>
</cp:coreProperties>
</file>