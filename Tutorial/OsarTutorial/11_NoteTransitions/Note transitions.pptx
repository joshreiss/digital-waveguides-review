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54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7" autoAdjust="0"/>
    <p:restoredTop sz="94660"/>
  </p:normalViewPr>
  <p:slideViewPr>
    <p:cSldViewPr snapToGrid="0">
      <p:cViewPr varScale="1">
        <p:scale>
          <a:sx n="87" d="100"/>
          <a:sy n="87" d="100"/>
        </p:scale>
        <p:origin x="57" y="55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6B153-B011-D61D-41A2-3E7018C5D1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63FE8C8-669A-3C2C-3EBE-BD522386D7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770FE-9FC0-4501-0A68-7067C46FE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E2CAF6-FBD4-0CC1-821C-6701056A98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C7135D-A541-3E5D-1CEB-9B754D432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0305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07CA9-838C-73FE-C653-F0ECFF1528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C666B-C262-97DF-74C0-DDBABAC460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456A5D-A6EE-490E-456B-FBD07F0447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BDFA5-9C3E-87F7-5820-5C1F765C0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883A2F-8F8A-8589-5CA4-BC444EEC0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8690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2C4503-6F14-F636-3558-A36C75113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2AFDBE-0975-17CA-94B5-CADCE22639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5257750-184C-82B3-278E-CA0AC5DA48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D015D-FBF7-DF39-E2D3-77B2DCF54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6C79BC-E52C-7678-EB52-6B83CDE492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734076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D3EE08-69FA-98E5-1401-8D064D7F10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708F19-C2AA-ED99-98BA-A80B1234E3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0F8ED39-A3D0-C498-F5B5-0375652EF5C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424EB12-EF48-84FC-0F3C-731F7D1DF1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AFD1EB0-8706-6DF4-1120-4EC7D696DB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11C134-2655-89CC-7C48-E1656E6AD5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51105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C4908-0E33-FDDB-3879-4D2E3EF1CC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72FB254-852C-14DA-04B5-A49A2BF9E2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139A726-9B05-4A2D-E461-3451F746A2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36E942F-0B8D-C3D6-2CFB-2F4416B3F5E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8BDE44A-FC4B-3ED2-8703-168C250213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EF3294-D126-563C-A462-A7C142C63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0CAC083-ADF1-F872-BC15-0795DE1CD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D8129A-88EF-3142-9C85-F65168673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15152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472066-FB04-C7F4-EC92-13EE7D036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1D9156C-6C69-6CBF-9BE2-CC739629A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CAF2E3B-7845-EBE4-FC0E-ED1303D0E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D9D9BA-2320-2B26-A2A2-4F05388F0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9733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618B82-0A8E-DC08-4DB6-1649C902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3BF55BC-5BE5-C2B9-0A01-EF3AEA5A1B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C2761B-9E25-F42E-4FDA-A69C9E444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31017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73621F-2567-2E3D-043F-FC815857F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2A135-A41F-BE2C-BB82-E15EE22AFF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17AB31-23EA-834D-EB36-B14AB961C5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44D63C-629A-D3B8-2F9D-8303F12976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D68E3B-EDA5-49A4-31C8-9B590573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51A580-3340-C01B-A454-9338FA940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67900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A8A1BA-8F2E-AC75-3A4C-A9DD16D703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DF5DE51-9BFA-B120-66F6-7A5AE5D62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00641B-C9B3-1B55-356B-0B405820F9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3EFCD7-E62C-A1F4-C5BA-4E846A2228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E1D923-DAD5-55FB-3C2D-C86288257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19253A-5B0C-E329-1C68-BE2A33904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7877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BC0A4-ADD2-8963-4114-9178E37EA4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F8ACC0-80F5-F0C0-A1E3-09E4DD1574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CCE9F3-FA0C-2319-2A64-0F7B11D6A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3EA6D-99A1-9534-841F-B65B7B336E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AEA9B6-7A08-68FF-A7B9-AF691161C0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999643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61358B-F138-1679-55B6-FB2B2F411BF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519EFBC-D87F-574B-4FE1-EE3F1A171CA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4ED416-303F-3CDA-8460-C76B7639B4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4DC35-C897-4636-DD6B-8E354D0A2F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C883CF-FC1E-2D92-81BA-0968D01710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616260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D838F58-AB31-F38F-9BDF-4B46858AF0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D33C71-8E3B-70F9-B1D0-DD5368BA22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9051D-5427-2849-5CA7-3889D29E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9296508-4402-49B3-A37B-FE8B57FD881F}" type="datetimeFigureOut">
              <a:rPr lang="en-GB" smtClean="0"/>
              <a:t>29/08/2025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BD01A3F-9CEC-8C24-BBAD-F3691BED2C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D2187F-A797-B82E-3146-F008D363E04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44DA65-6E6B-4B9E-A553-7B3FF29484C8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4334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017A27-A014-A497-4C9E-D72A1EFA15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7D55BC-A6A5-ADAC-9647-3BABF2828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59638"/>
          </a:xfrm>
        </p:spPr>
        <p:txBody>
          <a:bodyPr/>
          <a:lstStyle/>
          <a:p>
            <a:r>
              <a:rPr lang="en-US" dirty="0"/>
              <a:t>Note transitions</a:t>
            </a:r>
            <a:endParaRPr lang="en-GB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47F10BB-60D9-5A45-5330-9262EED858DD}"/>
              </a:ext>
            </a:extLst>
          </p:cNvPr>
          <p:cNvGraphicFramePr>
            <a:graphicFrameLocks noGrp="1"/>
          </p:cNvGraphicFramePr>
          <p:nvPr/>
        </p:nvGraphicFramePr>
        <p:xfrm>
          <a:off x="3310294" y="4414589"/>
          <a:ext cx="5852369" cy="239268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905518">
                  <a:extLst>
                    <a:ext uri="{9D8B030D-6E8A-4147-A177-3AD203B41FA5}">
                      <a16:colId xmlns:a16="http://schemas.microsoft.com/office/drawing/2014/main" val="4050174211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804342274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810714715"/>
                    </a:ext>
                  </a:extLst>
                </a:gridCol>
                <a:gridCol w="1315617">
                  <a:extLst>
                    <a:ext uri="{9D8B030D-6E8A-4147-A177-3AD203B41FA5}">
                      <a16:colId xmlns:a16="http://schemas.microsoft.com/office/drawing/2014/main" val="4823789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Minimum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Initial value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Maximum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571416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Note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2261443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Feedback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-2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-1.1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320818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Exciter cutoff (Hz)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4000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770529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Loop cutoff (Hz)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2300</a:t>
                      </a:r>
                      <a:endParaRPr lang="en-GB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10000</a:t>
                      </a:r>
                      <a:endParaRPr lang="en-GB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5758170"/>
                  </a:ext>
                </a:extLst>
              </a:tr>
            </a:tbl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80382F8F-058B-3D33-3CA4-19D5180F842C}"/>
              </a:ext>
            </a:extLst>
          </p:cNvPr>
          <p:cNvSpPr/>
          <p:nvPr/>
        </p:nvSpPr>
        <p:spPr>
          <a:xfrm>
            <a:off x="3156696" y="3622521"/>
            <a:ext cx="907535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F9FF975-DAD1-38E6-F56E-A3930FE342F1}"/>
              </a:ext>
            </a:extLst>
          </p:cNvPr>
          <p:cNvSpPr/>
          <p:nvPr/>
        </p:nvSpPr>
        <p:spPr>
          <a:xfrm>
            <a:off x="5880016" y="1908416"/>
            <a:ext cx="868473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F</a:t>
            </a:r>
            <a:r>
              <a:rPr lang="en-GB" dirty="0" err="1"/>
              <a:t>ilter</a:t>
            </a:r>
            <a:endParaRPr lang="en-GB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3A8198E-F87F-E738-A90E-1D3D63C14D2F}"/>
              </a:ext>
            </a:extLst>
          </p:cNvPr>
          <p:cNvSpPr/>
          <p:nvPr/>
        </p:nvSpPr>
        <p:spPr>
          <a:xfrm>
            <a:off x="4417208" y="1908416"/>
            <a:ext cx="1080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Sigmoid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DECC409-E869-50A6-7F4F-FB7F0F4C1575}"/>
              </a:ext>
            </a:extLst>
          </p:cNvPr>
          <p:cNvSpPr/>
          <p:nvPr/>
        </p:nvSpPr>
        <p:spPr>
          <a:xfrm>
            <a:off x="10321102" y="3622521"/>
            <a:ext cx="129600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Output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AD672DA-4FE3-A746-3260-2EE4E80AE6D3}"/>
              </a:ext>
            </a:extLst>
          </p:cNvPr>
          <p:cNvCxnSpPr>
            <a:cxnSpLocks/>
            <a:stCxn id="8" idx="3"/>
            <a:endCxn id="16" idx="2"/>
          </p:cNvCxnSpPr>
          <p:nvPr/>
        </p:nvCxnSpPr>
        <p:spPr>
          <a:xfrm>
            <a:off x="4064231" y="3946521"/>
            <a:ext cx="614125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92BAD64-92CA-6DB5-59E2-6DAD024B51BF}"/>
              </a:ext>
            </a:extLst>
          </p:cNvPr>
          <p:cNvCxnSpPr>
            <a:cxnSpLocks/>
            <a:stCxn id="9" idx="1"/>
            <a:endCxn id="10" idx="3"/>
          </p:cNvCxnSpPr>
          <p:nvPr/>
        </p:nvCxnSpPr>
        <p:spPr>
          <a:xfrm flipH="1">
            <a:off x="5497208" y="2232416"/>
            <a:ext cx="382808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2F7C3C35-E7BD-9B0A-A8CF-14BFB86AD35C}"/>
              </a:ext>
            </a:extLst>
          </p:cNvPr>
          <p:cNvCxnSpPr>
            <a:cxnSpLocks/>
            <a:endCxn id="20" idx="2"/>
          </p:cNvCxnSpPr>
          <p:nvPr/>
        </p:nvCxnSpPr>
        <p:spPr>
          <a:xfrm flipV="1">
            <a:off x="9247055" y="2556416"/>
            <a:ext cx="0" cy="139010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6D1BC3C-4B3D-34B7-9DD3-D17049249F1B}"/>
              </a:ext>
            </a:extLst>
          </p:cNvPr>
          <p:cNvCxnSpPr>
            <a:cxnSpLocks/>
            <a:stCxn id="10" idx="2"/>
            <a:endCxn id="16" idx="0"/>
          </p:cNvCxnSpPr>
          <p:nvPr/>
        </p:nvCxnSpPr>
        <p:spPr>
          <a:xfrm flipH="1">
            <a:off x="4948356" y="2556416"/>
            <a:ext cx="8852" cy="1120105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>
            <a:extLst>
              <a:ext uri="{FF2B5EF4-FFF2-40B4-BE49-F238E27FC236}">
                <a16:creationId xmlns:a16="http://schemas.microsoft.com/office/drawing/2014/main" id="{54D3DBF1-E49A-DB7B-9388-41A379B80E24}"/>
              </a:ext>
            </a:extLst>
          </p:cNvPr>
          <p:cNvSpPr/>
          <p:nvPr/>
        </p:nvSpPr>
        <p:spPr>
          <a:xfrm>
            <a:off x="4678356" y="3676521"/>
            <a:ext cx="540000" cy="540000"/>
          </a:xfrm>
          <a:prstGeom prst="ellipse">
            <a:avLst/>
          </a:prstGeom>
          <a:solidFill>
            <a:srgbClr val="7030A0"/>
          </a:solidFill>
          <a:ln w="317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600" dirty="0">
                <a:solidFill>
                  <a:schemeClr val="bg1"/>
                </a:solidFill>
              </a:rPr>
              <a:t>+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F2163E6-FB03-B2AE-E18A-779D86009E82}"/>
              </a:ext>
            </a:extLst>
          </p:cNvPr>
          <p:cNvCxnSpPr>
            <a:cxnSpLocks/>
            <a:stCxn id="16" idx="6"/>
            <a:endCxn id="11" idx="1"/>
          </p:cNvCxnSpPr>
          <p:nvPr/>
        </p:nvCxnSpPr>
        <p:spPr>
          <a:xfrm>
            <a:off x="5218356" y="3946521"/>
            <a:ext cx="5102746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B04FB3E3-8183-F7BD-EDF2-F4F5C69F3D2D}"/>
              </a:ext>
            </a:extLst>
          </p:cNvPr>
          <p:cNvSpPr/>
          <p:nvPr/>
        </p:nvSpPr>
        <p:spPr>
          <a:xfrm>
            <a:off x="1411295" y="3622521"/>
            <a:ext cx="1122740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Noise</a:t>
            </a:r>
          </a:p>
          <a:p>
            <a:pPr algn="ctr"/>
            <a:r>
              <a:rPr lang="en-GB" dirty="0"/>
              <a:t>burst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1C3F3BE0-04FF-34C1-07AE-FE3F7FA7044C}"/>
              </a:ext>
            </a:extLst>
          </p:cNvPr>
          <p:cNvCxnSpPr>
            <a:cxnSpLocks/>
            <a:stCxn id="18" idx="3"/>
            <a:endCxn id="8" idx="1"/>
          </p:cNvCxnSpPr>
          <p:nvPr/>
        </p:nvCxnSpPr>
        <p:spPr>
          <a:xfrm>
            <a:off x="2534035" y="3946521"/>
            <a:ext cx="62266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707CD568-5CEC-D2BC-D6D5-05457ADE2F30}"/>
              </a:ext>
            </a:extLst>
          </p:cNvPr>
          <p:cNvSpPr/>
          <p:nvPr/>
        </p:nvSpPr>
        <p:spPr>
          <a:xfrm>
            <a:off x="8799603" y="1908416"/>
            <a:ext cx="894904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Delay2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712C27E-145B-BF62-83E0-B250001E3B78}"/>
              </a:ext>
            </a:extLst>
          </p:cNvPr>
          <p:cNvCxnSpPr>
            <a:cxnSpLocks/>
            <a:stCxn id="20" idx="1"/>
            <a:endCxn id="22" idx="3"/>
          </p:cNvCxnSpPr>
          <p:nvPr/>
        </p:nvCxnSpPr>
        <p:spPr>
          <a:xfrm flipH="1">
            <a:off x="8352152" y="2232416"/>
            <a:ext cx="447451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ectangle 21">
            <a:extLst>
              <a:ext uri="{FF2B5EF4-FFF2-40B4-BE49-F238E27FC236}">
                <a16:creationId xmlns:a16="http://schemas.microsoft.com/office/drawing/2014/main" id="{74043FE6-A721-65EF-102F-52328FAED400}"/>
              </a:ext>
            </a:extLst>
          </p:cNvPr>
          <p:cNvSpPr/>
          <p:nvPr/>
        </p:nvSpPr>
        <p:spPr>
          <a:xfrm>
            <a:off x="7195941" y="1908416"/>
            <a:ext cx="1156211" cy="648000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Crossfade</a:t>
            </a:r>
            <a:endParaRPr lang="en-GB" dirty="0"/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2B79486B-DF09-3FCB-6AB5-EB0A86C13241}"/>
              </a:ext>
            </a:extLst>
          </p:cNvPr>
          <p:cNvCxnSpPr>
            <a:cxnSpLocks/>
            <a:stCxn id="22" idx="1"/>
            <a:endCxn id="9" idx="3"/>
          </p:cNvCxnSpPr>
          <p:nvPr/>
        </p:nvCxnSpPr>
        <p:spPr>
          <a:xfrm flipH="1">
            <a:off x="6748489" y="2232416"/>
            <a:ext cx="447452" cy="0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D044C65E-687E-E07F-2508-4B01A52702D3}"/>
              </a:ext>
            </a:extLst>
          </p:cNvPr>
          <p:cNvCxnSpPr>
            <a:cxnSpLocks/>
            <a:endCxn id="34" idx="2"/>
          </p:cNvCxnSpPr>
          <p:nvPr/>
        </p:nvCxnSpPr>
        <p:spPr>
          <a:xfrm flipV="1">
            <a:off x="7776164" y="3438377"/>
            <a:ext cx="0" cy="512224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266E8B0A-BC38-F601-5B3A-0876656407D3}"/>
              </a:ext>
            </a:extLst>
          </p:cNvPr>
          <p:cNvSpPr/>
          <p:nvPr/>
        </p:nvSpPr>
        <p:spPr>
          <a:xfrm>
            <a:off x="7328712" y="3037762"/>
            <a:ext cx="894904" cy="400615"/>
          </a:xfrm>
          <a:prstGeom prst="rect">
            <a:avLst/>
          </a:prstGeom>
          <a:solidFill>
            <a:srgbClr val="7030A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Delay1</a:t>
            </a:r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7AA1D0DA-61EE-CA89-BBCB-DCF24E354B3C}"/>
              </a:ext>
            </a:extLst>
          </p:cNvPr>
          <p:cNvCxnSpPr>
            <a:cxnSpLocks/>
            <a:stCxn id="34" idx="0"/>
            <a:endCxn id="22" idx="2"/>
          </p:cNvCxnSpPr>
          <p:nvPr/>
        </p:nvCxnSpPr>
        <p:spPr>
          <a:xfrm flipH="1" flipV="1">
            <a:off x="7774047" y="2556416"/>
            <a:ext cx="2117" cy="481346"/>
          </a:xfrm>
          <a:prstGeom prst="straightConnector1">
            <a:avLst/>
          </a:prstGeom>
          <a:ln w="31750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546202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43</Words>
  <Application>Microsoft Office PowerPoint</Application>
  <PresentationFormat>Widescreen</PresentationFormat>
  <Paragraphs>30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Note transitions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Reiss</dc:creator>
  <cp:lastModifiedBy>Joshua Reiss</cp:lastModifiedBy>
  <cp:revision>1</cp:revision>
  <dcterms:created xsi:type="dcterms:W3CDTF">2025-08-29T21:30:26Z</dcterms:created>
  <dcterms:modified xsi:type="dcterms:W3CDTF">2025-08-29T21:31:21Z</dcterms:modified>
</cp:coreProperties>
</file>