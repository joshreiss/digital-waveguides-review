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5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71f87c30-4769-4a42-a082-a6a82298c8cb" providerId="ADAL" clId="{A0C6B147-1166-4B44-A00D-F3D77F199F8E}"/>
    <pc:docChg chg="undo custSel modSld">
      <pc:chgData name="Josh Reiss" userId="71f87c30-4769-4a42-a082-a6a82298c8cb" providerId="ADAL" clId="{A0C6B147-1166-4B44-A00D-F3D77F199F8E}" dt="2026-03-03T13:37:09.413" v="42" actId="1038"/>
      <pc:docMkLst>
        <pc:docMk/>
      </pc:docMkLst>
      <pc:sldChg chg="modSp mod">
        <pc:chgData name="Josh Reiss" userId="71f87c30-4769-4a42-a082-a6a82298c8cb" providerId="ADAL" clId="{A0C6B147-1166-4B44-A00D-F3D77F199F8E}" dt="2026-03-03T13:37:09.413" v="42" actId="1038"/>
        <pc:sldMkLst>
          <pc:docMk/>
          <pc:sldMk cId="2335887921" sldId="357"/>
        </pc:sldMkLst>
        <pc:spChg chg="mod">
          <ac:chgData name="Josh Reiss" userId="71f87c30-4769-4a42-a082-a6a82298c8cb" providerId="ADAL" clId="{A0C6B147-1166-4B44-A00D-F3D77F199F8E}" dt="2026-03-03T13:37:09.413" v="42" actId="1038"/>
          <ac:spMkLst>
            <pc:docMk/>
            <pc:sldMk cId="2335887921" sldId="357"/>
            <ac:spMk id="17" creationId="{80CDED6F-0323-4A4A-6CF0-E4DE52C309A1}"/>
          </ac:spMkLst>
        </pc:spChg>
        <pc:spChg chg="mod">
          <ac:chgData name="Josh Reiss" userId="71f87c30-4769-4a42-a082-a6a82298c8cb" providerId="ADAL" clId="{A0C6B147-1166-4B44-A00D-F3D77F199F8E}" dt="2026-03-03T13:35:34.160" v="30" actId="14100"/>
          <ac:spMkLst>
            <pc:docMk/>
            <pc:sldMk cId="2335887921" sldId="357"/>
            <ac:spMk id="19" creationId="{4E8AA5C8-F381-0E82-CDFC-D0858F532A66}"/>
          </ac:spMkLst>
        </pc:spChg>
        <pc:spChg chg="mod">
          <ac:chgData name="Josh Reiss" userId="71f87c30-4769-4a42-a082-a6a82298c8cb" providerId="ADAL" clId="{A0C6B147-1166-4B44-A00D-F3D77F199F8E}" dt="2026-03-03T13:35:41.683" v="34" actId="1037"/>
          <ac:spMkLst>
            <pc:docMk/>
            <pc:sldMk cId="2335887921" sldId="357"/>
            <ac:spMk id="25" creationId="{7EFB3D6B-3125-48FE-B9BD-0408AA546CA6}"/>
          </ac:spMkLst>
        </pc:spChg>
        <pc:spChg chg="mod">
          <ac:chgData name="Josh Reiss" userId="71f87c30-4769-4a42-a082-a6a82298c8cb" providerId="ADAL" clId="{A0C6B147-1166-4B44-A00D-F3D77F199F8E}" dt="2026-03-03T13:37:09.413" v="42" actId="1038"/>
          <ac:spMkLst>
            <pc:docMk/>
            <pc:sldMk cId="2335887921" sldId="357"/>
            <ac:spMk id="38" creationId="{2AEBD51B-A316-CC5F-B18C-A44A18E4F720}"/>
          </ac:spMkLst>
        </pc:spChg>
        <pc:spChg chg="mod">
          <ac:chgData name="Josh Reiss" userId="71f87c30-4769-4a42-a082-a6a82298c8cb" providerId="ADAL" clId="{A0C6B147-1166-4B44-A00D-F3D77F199F8E}" dt="2026-03-03T13:33:39.913" v="21" actId="20577"/>
          <ac:spMkLst>
            <pc:docMk/>
            <pc:sldMk cId="2335887921" sldId="357"/>
            <ac:spMk id="40" creationId="{06B026B5-C3F2-42FC-C8DF-71427316E04D}"/>
          </ac:spMkLst>
        </pc:spChg>
        <pc:spChg chg="mod">
          <ac:chgData name="Josh Reiss" userId="71f87c30-4769-4a42-a082-a6a82298c8cb" providerId="ADAL" clId="{A0C6B147-1166-4B44-A00D-F3D77F199F8E}" dt="2026-03-03T13:33:48.057" v="26" actId="1037"/>
          <ac:spMkLst>
            <pc:docMk/>
            <pc:sldMk cId="2335887921" sldId="357"/>
            <ac:spMk id="46" creationId="{0EC2F93C-764A-F4F9-26C0-493B5909588E}"/>
          </ac:spMkLst>
        </pc:spChg>
        <pc:spChg chg="mod">
          <ac:chgData name="Josh Reiss" userId="71f87c30-4769-4a42-a082-a6a82298c8cb" providerId="ADAL" clId="{A0C6B147-1166-4B44-A00D-F3D77F199F8E}" dt="2026-03-03T13:37:09.413" v="42" actId="1038"/>
          <ac:spMkLst>
            <pc:docMk/>
            <pc:sldMk cId="2335887921" sldId="357"/>
            <ac:spMk id="66" creationId="{235520DB-173B-5079-88C5-4334ED1EB0F6}"/>
          </ac:spMkLst>
        </pc:spChg>
        <pc:spChg chg="mod">
          <ac:chgData name="Josh Reiss" userId="71f87c30-4769-4a42-a082-a6a82298c8cb" providerId="ADAL" clId="{A0C6B147-1166-4B44-A00D-F3D77F199F8E}" dt="2026-03-03T13:32:46.823" v="1" actId="14100"/>
          <ac:spMkLst>
            <pc:docMk/>
            <pc:sldMk cId="2335887921" sldId="357"/>
            <ac:spMk id="68" creationId="{92B10E86-5C4B-74F9-75B6-6D7C271F09D2}"/>
          </ac:spMkLst>
        </pc:spChg>
        <pc:spChg chg="mod">
          <ac:chgData name="Josh Reiss" userId="71f87c30-4769-4a42-a082-a6a82298c8cb" providerId="ADAL" clId="{A0C6B147-1166-4B44-A00D-F3D77F199F8E}" dt="2026-03-03T13:32:57.069" v="4" actId="1037"/>
          <ac:spMkLst>
            <pc:docMk/>
            <pc:sldMk cId="2335887921" sldId="357"/>
            <ac:spMk id="74" creationId="{D42EBCB5-A160-3608-969D-2ACEA8BB228E}"/>
          </ac:spMkLst>
        </pc:spChg>
        <pc:cxnChg chg="mod">
          <ac:chgData name="Josh Reiss" userId="71f87c30-4769-4a42-a082-a6a82298c8cb" providerId="ADAL" clId="{A0C6B147-1166-4B44-A00D-F3D77F199F8E}" dt="2026-03-03T13:37:09.413" v="42" actId="1038"/>
          <ac:cxnSpMkLst>
            <pc:docMk/>
            <pc:sldMk cId="2335887921" sldId="357"/>
            <ac:cxnSpMk id="21" creationId="{21D492B1-28C9-2DB5-3AE7-5ADCC7534B2E}"/>
          </ac:cxnSpMkLst>
        </pc:cxnChg>
        <pc:cxnChg chg="mod">
          <ac:chgData name="Josh Reiss" userId="71f87c30-4769-4a42-a082-a6a82298c8cb" providerId="ADAL" clId="{A0C6B147-1166-4B44-A00D-F3D77F199F8E}" dt="2026-03-03T13:35:34.160" v="30" actId="14100"/>
          <ac:cxnSpMkLst>
            <pc:docMk/>
            <pc:sldMk cId="2335887921" sldId="357"/>
            <ac:cxnSpMk id="22" creationId="{37DFCA18-AD11-F1ED-08C0-6662680C9F83}"/>
          </ac:cxnSpMkLst>
        </pc:cxnChg>
        <pc:cxnChg chg="mod">
          <ac:chgData name="Josh Reiss" userId="71f87c30-4769-4a42-a082-a6a82298c8cb" providerId="ADAL" clId="{A0C6B147-1166-4B44-A00D-F3D77F199F8E}" dt="2026-03-03T13:35:41.683" v="34" actId="1037"/>
          <ac:cxnSpMkLst>
            <pc:docMk/>
            <pc:sldMk cId="2335887921" sldId="357"/>
            <ac:cxnSpMk id="24" creationId="{110BDEF2-E75D-DF60-BCA0-6B7659C67AB6}"/>
          </ac:cxnSpMkLst>
        </pc:cxnChg>
        <pc:cxnChg chg="mod">
          <ac:chgData name="Josh Reiss" userId="71f87c30-4769-4a42-a082-a6a82298c8cb" providerId="ADAL" clId="{A0C6B147-1166-4B44-A00D-F3D77F199F8E}" dt="2026-03-03T13:35:41.683" v="34" actId="1037"/>
          <ac:cxnSpMkLst>
            <pc:docMk/>
            <pc:sldMk cId="2335887921" sldId="357"/>
            <ac:cxnSpMk id="26" creationId="{C96CE486-DE5B-C3A3-23BB-5837C827F6E0}"/>
          </ac:cxnSpMkLst>
        </pc:cxnChg>
        <pc:cxnChg chg="mod">
          <ac:chgData name="Josh Reiss" userId="71f87c30-4769-4a42-a082-a6a82298c8cb" providerId="ADAL" clId="{A0C6B147-1166-4B44-A00D-F3D77F199F8E}" dt="2026-03-03T13:37:09.413" v="42" actId="1038"/>
          <ac:cxnSpMkLst>
            <pc:docMk/>
            <pc:sldMk cId="2335887921" sldId="357"/>
            <ac:cxnSpMk id="42" creationId="{71F5712F-D9F9-5585-3729-A655FFC6C9C0}"/>
          </ac:cxnSpMkLst>
        </pc:cxnChg>
        <pc:cxnChg chg="mod">
          <ac:chgData name="Josh Reiss" userId="71f87c30-4769-4a42-a082-a6a82298c8cb" providerId="ADAL" clId="{A0C6B147-1166-4B44-A00D-F3D77F199F8E}" dt="2026-03-03T13:33:35.101" v="20" actId="14100"/>
          <ac:cxnSpMkLst>
            <pc:docMk/>
            <pc:sldMk cId="2335887921" sldId="357"/>
            <ac:cxnSpMk id="43" creationId="{1F4F8EEB-4F73-E9E6-2BBE-B2CC19654D5F}"/>
          </ac:cxnSpMkLst>
        </pc:cxnChg>
        <pc:cxnChg chg="mod">
          <ac:chgData name="Josh Reiss" userId="71f87c30-4769-4a42-a082-a6a82298c8cb" providerId="ADAL" clId="{A0C6B147-1166-4B44-A00D-F3D77F199F8E}" dt="2026-03-03T13:33:48.057" v="26" actId="1037"/>
          <ac:cxnSpMkLst>
            <pc:docMk/>
            <pc:sldMk cId="2335887921" sldId="357"/>
            <ac:cxnSpMk id="45" creationId="{6CD5ED55-E425-0A99-D628-40ADB4386C09}"/>
          </ac:cxnSpMkLst>
        </pc:cxnChg>
        <pc:cxnChg chg="mod">
          <ac:chgData name="Josh Reiss" userId="71f87c30-4769-4a42-a082-a6a82298c8cb" providerId="ADAL" clId="{A0C6B147-1166-4B44-A00D-F3D77F199F8E}" dt="2026-03-03T13:33:48.057" v="26" actId="1037"/>
          <ac:cxnSpMkLst>
            <pc:docMk/>
            <pc:sldMk cId="2335887921" sldId="357"/>
            <ac:cxnSpMk id="47" creationId="{52385593-BA35-670D-AAD1-EF4B6EB95B29}"/>
          </ac:cxnSpMkLst>
        </pc:cxnChg>
        <pc:cxnChg chg="mod">
          <ac:chgData name="Josh Reiss" userId="71f87c30-4769-4a42-a082-a6a82298c8cb" providerId="ADAL" clId="{A0C6B147-1166-4B44-A00D-F3D77F199F8E}" dt="2026-03-03T13:33:54.668" v="27" actId="14100"/>
          <ac:cxnSpMkLst>
            <pc:docMk/>
            <pc:sldMk cId="2335887921" sldId="357"/>
            <ac:cxnSpMk id="48" creationId="{FC923CA7-B20F-81A0-AF48-ABBD189FB962}"/>
          </ac:cxnSpMkLst>
        </pc:cxnChg>
        <pc:cxnChg chg="mod">
          <ac:chgData name="Josh Reiss" userId="71f87c30-4769-4a42-a082-a6a82298c8cb" providerId="ADAL" clId="{A0C6B147-1166-4B44-A00D-F3D77F199F8E}" dt="2026-03-03T13:33:48.057" v="26" actId="1037"/>
          <ac:cxnSpMkLst>
            <pc:docMk/>
            <pc:sldMk cId="2335887921" sldId="357"/>
            <ac:cxnSpMk id="49" creationId="{B02ED99B-AAD2-09BE-0BE5-FE83276E1EF3}"/>
          </ac:cxnSpMkLst>
        </pc:cxnChg>
        <pc:cxnChg chg="mod">
          <ac:chgData name="Josh Reiss" userId="71f87c30-4769-4a42-a082-a6a82298c8cb" providerId="ADAL" clId="{A0C6B147-1166-4B44-A00D-F3D77F199F8E}" dt="2026-03-03T13:37:09.413" v="42" actId="1038"/>
          <ac:cxnSpMkLst>
            <pc:docMk/>
            <pc:sldMk cId="2335887921" sldId="357"/>
            <ac:cxnSpMk id="70" creationId="{B63FB155-A571-7D9C-7072-8CA2D8B0ADC7}"/>
          </ac:cxnSpMkLst>
        </pc:cxnChg>
        <pc:cxnChg chg="mod">
          <ac:chgData name="Josh Reiss" userId="71f87c30-4769-4a42-a082-a6a82298c8cb" providerId="ADAL" clId="{A0C6B147-1166-4B44-A00D-F3D77F199F8E}" dt="2026-03-03T13:32:46.823" v="1" actId="14100"/>
          <ac:cxnSpMkLst>
            <pc:docMk/>
            <pc:sldMk cId="2335887921" sldId="357"/>
            <ac:cxnSpMk id="71" creationId="{50044A71-9210-C9DC-82C2-156409E86D87}"/>
          </ac:cxnSpMkLst>
        </pc:cxnChg>
        <pc:cxnChg chg="mod">
          <ac:chgData name="Josh Reiss" userId="71f87c30-4769-4a42-a082-a6a82298c8cb" providerId="ADAL" clId="{A0C6B147-1166-4B44-A00D-F3D77F199F8E}" dt="2026-03-03T13:32:57.069" v="4" actId="1037"/>
          <ac:cxnSpMkLst>
            <pc:docMk/>
            <pc:sldMk cId="2335887921" sldId="357"/>
            <ac:cxnSpMk id="73" creationId="{5C505343-E446-899D-4444-66C85C9A52D0}"/>
          </ac:cxnSpMkLst>
        </pc:cxnChg>
        <pc:cxnChg chg="mod">
          <ac:chgData name="Josh Reiss" userId="71f87c30-4769-4a42-a082-a6a82298c8cb" providerId="ADAL" clId="{A0C6B147-1166-4B44-A00D-F3D77F199F8E}" dt="2026-03-03T13:32:57.069" v="4" actId="1037"/>
          <ac:cxnSpMkLst>
            <pc:docMk/>
            <pc:sldMk cId="2335887921" sldId="357"/>
            <ac:cxnSpMk id="75" creationId="{6019AC3D-8A8A-80A8-7C75-52DEC1170FED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A5A94-E03D-CC78-F06B-855CD202F6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98484D-00E4-25B5-47F0-AECC2034EE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2CDDF-6D8E-415C-8B93-708A76D6B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A2E66-C591-1C41-1E3B-0CF0E875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DEE67C-9198-533B-C66B-6DE58FB9E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831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7E9C8-4EC8-6214-1EB0-16440AC08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F5646-A442-0FF5-A5CB-8FB645A7C0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6561-B51B-6639-4E8A-D10472012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BE86C-3482-7879-4271-31256F64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373D4-F592-D2DD-6FC6-D6EE2D192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752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BD4B4-3398-6D34-FFE8-DFF72D6FC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417E3-A190-FF91-88BC-799A259CA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43A56-5C83-770C-722D-6E62BEDF3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B8A794-B304-A36A-F793-CF2FC8334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64E30-B459-1A4C-9D8D-49B0AB12B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6767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5A9D8-F67C-1147-FC13-8D123A672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63C84-D998-BD48-A5A5-FC747533F3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3F87B-336E-3D54-D12D-97452A464E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A9EF96-3FF3-EE89-AA8A-C0452D5B0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86B7FF-EDE1-DD42-B132-B3263329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A5158-372D-4783-2590-3A14ECA94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3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EF380-D50B-EC22-29A0-54556F117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227E3-5C06-44AA-3042-DEB5B30BF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CA63F5-A839-CF07-B32A-6DA7AC8C8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1D177E-EAF3-D689-6C8D-9AA7ABA368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A3284B-B44D-B3F7-D6F8-9B7EFF536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F37236-B40D-0C50-0E39-78228DF4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E26B65-0D80-102D-2EA4-A7FF5479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A3008-A077-B636-9AA0-9FE452DDD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451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3BF5-68DC-892C-D11A-77969B36F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38355-AA1C-870C-8374-69D3D86FC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69F43-2356-ED5C-E13C-867E16BE5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39C34C-26D4-423D-CFD1-0648E508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90786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FA588E-BEA4-2A67-3FEA-68BD74D62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D82C06-9487-0EC4-E664-4CEF70067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8641E-8439-1B0E-44E6-056C8D1A8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4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8DAA6-F1D8-590C-6748-CCC7AC4F5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C1131-D83B-D5B0-F660-2863D54CC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8CFE6-5967-A104-F5E8-3911DD7A0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0B55E4-22EB-6569-3EAC-63A8DBD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FD98AB-33E6-17CF-F1AE-D53E2EEDB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87F742-2AE4-7B2F-503A-C7724A41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5151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AFFB4-8648-EAC5-7ED8-BA0B153D7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9E3AEC-1197-8909-2099-38523E1898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62132B-3FD3-E34D-C341-8481CECC49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3CD04C-113D-3171-5C70-4A62C9A20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EFE8C-675E-4845-FF96-6C94F9E61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77ED8-25DC-C39C-54FE-0A05E0AAF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292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6260-C863-8DD4-2B2E-69333F39C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697A8-22FC-E176-C828-615F5C5E1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576ADC-7331-4900-1B44-82C4B3684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BF764-8C9A-CA83-8325-D9FABF6B8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11DCA-FC4D-2B2E-2C01-0D51A914F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63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FDF84-DF45-A00E-05AA-A72E5EC33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72353B-9F7B-65B6-4D5C-DDA9E2FBF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997A3-AA11-EA2E-E473-66AD22B1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58C90-3ABB-95B1-913B-99FDEC6CF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02942-7A5E-5599-0CB7-7A919DE2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14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EFB3CF-1BC3-EF51-42DD-C392B227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289417-8B32-7760-0444-0ABD5527B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3D101-3123-018D-2AB4-1388BE61E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3B3794-8F73-4636-A51C-45AB196F5AB7}" type="datetimeFigureOut">
              <a:rPr lang="en-GB" smtClean="0"/>
              <a:t>03/03/2026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87660-DBF8-1CB5-CC06-C97B47EE9A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C87FC-65FE-189A-5E3A-9B7C98598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26A3D7-F863-44DE-8F4B-06F32700AF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59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F8F3-1B77-F1FA-3256-75DD4DBBE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6B2E2-7B29-81CE-C23D-D07E5EAE4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638"/>
          </a:xfrm>
        </p:spPr>
        <p:txBody>
          <a:bodyPr/>
          <a:lstStyle/>
          <a:p>
            <a:r>
              <a:rPr lang="en-US" dirty="0"/>
              <a:t>Common forms</a:t>
            </a:r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CDED6F-0323-4A4A-6CF0-E4DE52C309A1}"/>
              </a:ext>
            </a:extLst>
          </p:cNvPr>
          <p:cNvSpPr/>
          <p:nvPr/>
        </p:nvSpPr>
        <p:spPr>
          <a:xfrm>
            <a:off x="7040359" y="3473189"/>
            <a:ext cx="1030146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Excitation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9F191-FEEF-B822-1623-78077FAE7DA6}"/>
              </a:ext>
            </a:extLst>
          </p:cNvPr>
          <p:cNvSpPr/>
          <p:nvPr/>
        </p:nvSpPr>
        <p:spPr>
          <a:xfrm>
            <a:off x="9662615" y="3473189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Delay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8AA5C8-F381-0E82-CDFC-D0858F532A66}"/>
              </a:ext>
            </a:extLst>
          </p:cNvPr>
          <p:cNvSpPr/>
          <p:nvPr/>
        </p:nvSpPr>
        <p:spPr>
          <a:xfrm>
            <a:off x="8297080" y="2629772"/>
            <a:ext cx="996592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Feedback gain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0B16DEC-8A01-D7EC-DB4B-707FA4C98D9D}"/>
              </a:ext>
            </a:extLst>
          </p:cNvPr>
          <p:cNvSpPr/>
          <p:nvPr/>
        </p:nvSpPr>
        <p:spPr>
          <a:xfrm>
            <a:off x="11110694" y="3473189"/>
            <a:ext cx="734887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1D492B1-28C9-2DB5-3AE7-5ADCC7534B2E}"/>
              </a:ext>
            </a:extLst>
          </p:cNvPr>
          <p:cNvCxnSpPr>
            <a:cxnSpLocks/>
            <a:stCxn id="17" idx="3"/>
            <a:endCxn id="25" idx="2"/>
          </p:cNvCxnSpPr>
          <p:nvPr/>
        </p:nvCxnSpPr>
        <p:spPr>
          <a:xfrm>
            <a:off x="8070505" y="3736220"/>
            <a:ext cx="50353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DFCA18-AD11-F1ED-08C0-6662680C9F83}"/>
              </a:ext>
            </a:extLst>
          </p:cNvPr>
          <p:cNvCxnSpPr>
            <a:cxnSpLocks/>
            <a:endCxn id="19" idx="3"/>
          </p:cNvCxnSpPr>
          <p:nvPr/>
        </p:nvCxnSpPr>
        <p:spPr>
          <a:xfrm flipH="1">
            <a:off x="9293672" y="2883756"/>
            <a:ext cx="807328" cy="9047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D3379EE-14DA-AA01-4412-AC00B0E44CC4}"/>
              </a:ext>
            </a:extLst>
          </p:cNvPr>
          <p:cNvCxnSpPr>
            <a:cxnSpLocks/>
          </p:cNvCxnSpPr>
          <p:nvPr/>
        </p:nvCxnSpPr>
        <p:spPr>
          <a:xfrm flipV="1">
            <a:off x="10091359" y="2892803"/>
            <a:ext cx="9640" cy="624224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BDEF2-E75D-DF60-BCA0-6B7659C67AB6}"/>
              </a:ext>
            </a:extLst>
          </p:cNvPr>
          <p:cNvCxnSpPr>
            <a:cxnSpLocks/>
            <a:stCxn id="19" idx="2"/>
            <a:endCxn id="25" idx="0"/>
          </p:cNvCxnSpPr>
          <p:nvPr/>
        </p:nvCxnSpPr>
        <p:spPr>
          <a:xfrm flipH="1">
            <a:off x="8793237" y="3155834"/>
            <a:ext cx="2139" cy="36119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7EFB3D6B-3125-48FE-B9BD-0408AA546CA6}"/>
              </a:ext>
            </a:extLst>
          </p:cNvPr>
          <p:cNvSpPr/>
          <p:nvPr/>
        </p:nvSpPr>
        <p:spPr>
          <a:xfrm>
            <a:off x="8574044" y="3517027"/>
            <a:ext cx="438385" cy="438385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96CE486-DE5B-C3A3-23BB-5837C827F6E0}"/>
              </a:ext>
            </a:extLst>
          </p:cNvPr>
          <p:cNvCxnSpPr>
            <a:cxnSpLocks/>
            <a:stCxn id="25" idx="6"/>
            <a:endCxn id="18" idx="1"/>
          </p:cNvCxnSpPr>
          <p:nvPr/>
        </p:nvCxnSpPr>
        <p:spPr>
          <a:xfrm>
            <a:off x="9012429" y="3736220"/>
            <a:ext cx="65018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A30886D-95D1-D984-D86D-632077E12FB3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>
            <a:off x="10539385" y="3736220"/>
            <a:ext cx="57130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AEBD51B-A316-CC5F-B18C-A44A18E4F720}"/>
              </a:ext>
            </a:extLst>
          </p:cNvPr>
          <p:cNvSpPr/>
          <p:nvPr/>
        </p:nvSpPr>
        <p:spPr>
          <a:xfrm>
            <a:off x="7800887" y="5498928"/>
            <a:ext cx="1014071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Excitation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D8E21BF-002C-99AA-EE1B-2704CB66915D}"/>
              </a:ext>
            </a:extLst>
          </p:cNvPr>
          <p:cNvSpPr/>
          <p:nvPr/>
        </p:nvSpPr>
        <p:spPr>
          <a:xfrm>
            <a:off x="10407069" y="5498928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Delay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6B026B5-C3F2-42FC-C8DF-71427316E04D}"/>
              </a:ext>
            </a:extLst>
          </p:cNvPr>
          <p:cNvSpPr/>
          <p:nvPr/>
        </p:nvSpPr>
        <p:spPr>
          <a:xfrm>
            <a:off x="9049005" y="4655511"/>
            <a:ext cx="989121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Feedback gain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F829B60-0A45-8BC8-27A6-E415A3AF9C3D}"/>
              </a:ext>
            </a:extLst>
          </p:cNvPr>
          <p:cNvSpPr/>
          <p:nvPr/>
        </p:nvSpPr>
        <p:spPr>
          <a:xfrm>
            <a:off x="10524271" y="6183667"/>
            <a:ext cx="734887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F5712F-D9F9-5585-3729-A655FFC6C9C0}"/>
              </a:ext>
            </a:extLst>
          </p:cNvPr>
          <p:cNvCxnSpPr>
            <a:cxnSpLocks/>
            <a:stCxn id="38" idx="3"/>
            <a:endCxn id="46" idx="2"/>
          </p:cNvCxnSpPr>
          <p:nvPr/>
        </p:nvCxnSpPr>
        <p:spPr>
          <a:xfrm>
            <a:off x="8814958" y="5761959"/>
            <a:ext cx="512684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1F4F8EEB-4F73-E9E6-2BBE-B2CC19654D5F}"/>
              </a:ext>
            </a:extLst>
          </p:cNvPr>
          <p:cNvCxnSpPr>
            <a:cxnSpLocks/>
            <a:endCxn id="40" idx="3"/>
          </p:cNvCxnSpPr>
          <p:nvPr/>
        </p:nvCxnSpPr>
        <p:spPr>
          <a:xfrm flipH="1">
            <a:off x="10038126" y="4909495"/>
            <a:ext cx="807328" cy="9047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77C125A-A9E1-8791-CCF2-BEECF4CC1589}"/>
              </a:ext>
            </a:extLst>
          </p:cNvPr>
          <p:cNvCxnSpPr>
            <a:cxnSpLocks/>
          </p:cNvCxnSpPr>
          <p:nvPr/>
        </p:nvCxnSpPr>
        <p:spPr>
          <a:xfrm flipV="1">
            <a:off x="10835814" y="4918542"/>
            <a:ext cx="9640" cy="624224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CD5ED55-E425-0A99-D628-40ADB4386C09}"/>
              </a:ext>
            </a:extLst>
          </p:cNvPr>
          <p:cNvCxnSpPr>
            <a:cxnSpLocks/>
            <a:stCxn id="40" idx="2"/>
            <a:endCxn id="46" idx="0"/>
          </p:cNvCxnSpPr>
          <p:nvPr/>
        </p:nvCxnSpPr>
        <p:spPr>
          <a:xfrm>
            <a:off x="9543566" y="5181573"/>
            <a:ext cx="3269" cy="36119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0EC2F93C-764A-F4F9-26C0-493B5909588E}"/>
              </a:ext>
            </a:extLst>
          </p:cNvPr>
          <p:cNvSpPr/>
          <p:nvPr/>
        </p:nvSpPr>
        <p:spPr>
          <a:xfrm>
            <a:off x="9327642" y="5542766"/>
            <a:ext cx="438385" cy="438385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52385593-BA35-670D-AAD1-EF4B6EB95B29}"/>
              </a:ext>
            </a:extLst>
          </p:cNvPr>
          <p:cNvCxnSpPr>
            <a:cxnSpLocks/>
            <a:stCxn id="46" idx="6"/>
            <a:endCxn id="39" idx="1"/>
          </p:cNvCxnSpPr>
          <p:nvPr/>
        </p:nvCxnSpPr>
        <p:spPr>
          <a:xfrm>
            <a:off x="9766027" y="5761959"/>
            <a:ext cx="64104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FC923CA7-B20F-81A0-AF48-ABBD189FB962}"/>
              </a:ext>
            </a:extLst>
          </p:cNvPr>
          <p:cNvCxnSpPr>
            <a:cxnSpLocks/>
            <a:endCxn id="41" idx="1"/>
          </p:cNvCxnSpPr>
          <p:nvPr/>
        </p:nvCxnSpPr>
        <p:spPr>
          <a:xfrm>
            <a:off x="9543566" y="6446698"/>
            <a:ext cx="98070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B02ED99B-AAD2-09BE-0BE5-FE83276E1EF3}"/>
              </a:ext>
            </a:extLst>
          </p:cNvPr>
          <p:cNvCxnSpPr>
            <a:cxnSpLocks/>
            <a:stCxn id="46" idx="4"/>
          </p:cNvCxnSpPr>
          <p:nvPr/>
        </p:nvCxnSpPr>
        <p:spPr>
          <a:xfrm>
            <a:off x="9546835" y="5981151"/>
            <a:ext cx="7186" cy="465547"/>
          </a:xfrm>
          <a:prstGeom prst="straightConnector1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235520DB-173B-5079-88C5-4334ED1EB0F6}"/>
              </a:ext>
            </a:extLst>
          </p:cNvPr>
          <p:cNvSpPr/>
          <p:nvPr/>
        </p:nvSpPr>
        <p:spPr>
          <a:xfrm>
            <a:off x="6933468" y="1428752"/>
            <a:ext cx="1030146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Excitation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43E6970-F7F9-F19D-E90D-6223A4B96F5F}"/>
              </a:ext>
            </a:extLst>
          </p:cNvPr>
          <p:cNvSpPr/>
          <p:nvPr/>
        </p:nvSpPr>
        <p:spPr>
          <a:xfrm>
            <a:off x="9555724" y="1428752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Delay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2B10E86-5C4B-74F9-75B6-6D7C271F09D2}"/>
              </a:ext>
            </a:extLst>
          </p:cNvPr>
          <p:cNvSpPr/>
          <p:nvPr/>
        </p:nvSpPr>
        <p:spPr>
          <a:xfrm>
            <a:off x="8229600" y="585335"/>
            <a:ext cx="957181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Feedback gain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4E66FF2-FA32-5988-475B-2C5FE24793C4}"/>
              </a:ext>
            </a:extLst>
          </p:cNvPr>
          <p:cNvSpPr/>
          <p:nvPr/>
        </p:nvSpPr>
        <p:spPr>
          <a:xfrm>
            <a:off x="11003803" y="1428752"/>
            <a:ext cx="734887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Output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63FB155-A571-7D9C-7072-8CA2D8B0ADC7}"/>
              </a:ext>
            </a:extLst>
          </p:cNvPr>
          <p:cNvCxnSpPr>
            <a:cxnSpLocks/>
            <a:stCxn id="66" idx="3"/>
            <a:endCxn id="74" idx="2"/>
          </p:cNvCxnSpPr>
          <p:nvPr/>
        </p:nvCxnSpPr>
        <p:spPr>
          <a:xfrm>
            <a:off x="7963614" y="1691783"/>
            <a:ext cx="53097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0044A71-9210-C9DC-82C2-156409E86D87}"/>
              </a:ext>
            </a:extLst>
          </p:cNvPr>
          <p:cNvCxnSpPr>
            <a:cxnSpLocks/>
            <a:stCxn id="88" idx="1"/>
            <a:endCxn id="68" idx="3"/>
          </p:cNvCxnSpPr>
          <p:nvPr/>
        </p:nvCxnSpPr>
        <p:spPr>
          <a:xfrm flipH="1" flipV="1">
            <a:off x="9186781" y="848366"/>
            <a:ext cx="365650" cy="1031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AA4697C2-1C6C-F020-5C89-791331711522}"/>
              </a:ext>
            </a:extLst>
          </p:cNvPr>
          <p:cNvCxnSpPr>
            <a:cxnSpLocks/>
            <a:stCxn id="67" idx="0"/>
            <a:endCxn id="88" idx="2"/>
          </p:cNvCxnSpPr>
          <p:nvPr/>
        </p:nvCxnSpPr>
        <p:spPr>
          <a:xfrm flipH="1" flipV="1">
            <a:off x="9990816" y="1121707"/>
            <a:ext cx="3293" cy="30704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5C505343-E446-899D-4444-66C85C9A52D0}"/>
              </a:ext>
            </a:extLst>
          </p:cNvPr>
          <p:cNvCxnSpPr>
            <a:cxnSpLocks/>
            <a:stCxn id="68" idx="2"/>
            <a:endCxn id="74" idx="0"/>
          </p:cNvCxnSpPr>
          <p:nvPr/>
        </p:nvCxnSpPr>
        <p:spPr>
          <a:xfrm>
            <a:off x="8708191" y="1111397"/>
            <a:ext cx="5587" cy="361193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Oval 73">
            <a:extLst>
              <a:ext uri="{FF2B5EF4-FFF2-40B4-BE49-F238E27FC236}">
                <a16:creationId xmlns:a16="http://schemas.microsoft.com/office/drawing/2014/main" id="{D42EBCB5-A160-3608-969D-2ACEA8BB228E}"/>
              </a:ext>
            </a:extLst>
          </p:cNvPr>
          <p:cNvSpPr/>
          <p:nvPr/>
        </p:nvSpPr>
        <p:spPr>
          <a:xfrm>
            <a:off x="8494585" y="1472590"/>
            <a:ext cx="438385" cy="438385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19AC3D-8A8A-80A8-7C75-52DEC1170FED}"/>
              </a:ext>
            </a:extLst>
          </p:cNvPr>
          <p:cNvCxnSpPr>
            <a:cxnSpLocks/>
            <a:stCxn id="74" idx="6"/>
            <a:endCxn id="67" idx="1"/>
          </p:cNvCxnSpPr>
          <p:nvPr/>
        </p:nvCxnSpPr>
        <p:spPr>
          <a:xfrm>
            <a:off x="8932970" y="1691783"/>
            <a:ext cx="622754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E215A171-C9DB-AC2E-5419-49E104E27B8B}"/>
              </a:ext>
            </a:extLst>
          </p:cNvPr>
          <p:cNvCxnSpPr>
            <a:cxnSpLocks/>
            <a:stCxn id="67" idx="3"/>
            <a:endCxn id="69" idx="1"/>
          </p:cNvCxnSpPr>
          <p:nvPr/>
        </p:nvCxnSpPr>
        <p:spPr>
          <a:xfrm>
            <a:off x="10432494" y="1691783"/>
            <a:ext cx="571309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2C96BE08-2EE8-D0EC-21E4-FE84463867C6}"/>
              </a:ext>
            </a:extLst>
          </p:cNvPr>
          <p:cNvSpPr/>
          <p:nvPr/>
        </p:nvSpPr>
        <p:spPr>
          <a:xfrm>
            <a:off x="9552431" y="595645"/>
            <a:ext cx="876770" cy="526062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/>
              <a:t>Delay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AA1D114-1BB1-1A49-1550-77863AFBFB8F}"/>
              </a:ext>
            </a:extLst>
          </p:cNvPr>
          <p:cNvSpPr txBox="1"/>
          <p:nvPr/>
        </p:nvSpPr>
        <p:spPr>
          <a:xfrm>
            <a:off x="6341424" y="712519"/>
            <a:ext cx="4523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</a:t>
            </a:r>
            <a:endParaRPr lang="en-GB" sz="3600" dirty="0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E4E9E85-6BDF-E0E8-77E0-EE25324F784E}"/>
              </a:ext>
            </a:extLst>
          </p:cNvPr>
          <p:cNvSpPr txBox="1"/>
          <p:nvPr/>
        </p:nvSpPr>
        <p:spPr>
          <a:xfrm>
            <a:off x="6303819" y="3269672"/>
            <a:ext cx="43633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B</a:t>
            </a:r>
            <a:endParaRPr lang="en-GB" sz="36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AD44337-E5EC-CBA3-4E7C-603F7790D885}"/>
              </a:ext>
            </a:extLst>
          </p:cNvPr>
          <p:cNvSpPr txBox="1"/>
          <p:nvPr/>
        </p:nvSpPr>
        <p:spPr>
          <a:xfrm>
            <a:off x="6456219" y="5826824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C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335887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Common forms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Reiss</dc:creator>
  <cp:lastModifiedBy>Josh Reiss</cp:lastModifiedBy>
  <cp:revision>1</cp:revision>
  <dcterms:created xsi:type="dcterms:W3CDTF">2025-08-29T21:51:45Z</dcterms:created>
  <dcterms:modified xsi:type="dcterms:W3CDTF">2026-03-03T13:37:09Z</dcterms:modified>
</cp:coreProperties>
</file>